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fe6cda0bc654fe9" /><Relationship Type="http://schemas.openxmlformats.org/officeDocument/2006/relationships/extended-properties" Target="/docProps/app.xml" Id="R413001fab816472f" /><Relationship Type="http://schemas.openxmlformats.org/officeDocument/2006/relationships/officeDocument" Target="/ppt/presentation.xml" Id="R4b6bf35cf1564e7a"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ee92eb8199f4375"/>
  </p:sldMasterIdLst>
  <p:notesMasterIdLst>
    <p:notesMasterId xmlns:r="http://schemas.openxmlformats.org/officeDocument/2006/relationships" r:id="R65ab679a9f384fd3"/>
  </p:notesMasterIdLst>
  <p:sldIdLst>
    <p:sldId xmlns:r="http://schemas.openxmlformats.org/officeDocument/2006/relationships" id="256" r:id="Rd38dc1f948574dcd"/>
    <p:sldId xmlns:r="http://schemas.openxmlformats.org/officeDocument/2006/relationships" id="257" r:id="Rb923201cc22049b7"/>
    <p:sldId xmlns:r="http://schemas.openxmlformats.org/officeDocument/2006/relationships" id="258" r:id="Rb44546a19f9c4078"/>
    <p:sldId xmlns:r="http://schemas.openxmlformats.org/officeDocument/2006/relationships" id="259" r:id="R1c06116771e24253"/>
    <p:sldId xmlns:r="http://schemas.openxmlformats.org/officeDocument/2006/relationships" id="260" r:id="Rb5308871d8724dd1"/>
    <p:sldId xmlns:r="http://schemas.openxmlformats.org/officeDocument/2006/relationships" id="261" r:id="R183591081620434f"/>
    <p:sldId xmlns:r="http://schemas.openxmlformats.org/officeDocument/2006/relationships" id="262" r:id="R6d1dae9f21584724"/>
    <p:sldId xmlns:r="http://schemas.openxmlformats.org/officeDocument/2006/relationships" id="263" r:id="Rba1a092b216c453d"/>
    <p:sldId xmlns:r="http://schemas.openxmlformats.org/officeDocument/2006/relationships" id="264" r:id="Rc73cd28aa7614a08"/>
    <p:sldId xmlns:r="http://schemas.openxmlformats.org/officeDocument/2006/relationships" id="265" r:id="Rf890c51a936c462c"/>
    <p:sldId xmlns:r="http://schemas.openxmlformats.org/officeDocument/2006/relationships" id="266" r:id="R5b928afdf02d48c7"/>
    <p:sldId xmlns:r="http://schemas.openxmlformats.org/officeDocument/2006/relationships" id="267" r:id="R5b53ab5c967b41db"/>
    <p:sldId xmlns:r="http://schemas.openxmlformats.org/officeDocument/2006/relationships" id="268" r:id="R1bc912460f974a66"/>
    <p:sldId xmlns:r="http://schemas.openxmlformats.org/officeDocument/2006/relationships" id="269" r:id="Rc07e2ee32d4b4de5"/>
    <p:sldId xmlns:r="http://schemas.openxmlformats.org/officeDocument/2006/relationships" id="270" r:id="Ra509930156e94e88"/>
    <p:sldId xmlns:r="http://schemas.openxmlformats.org/officeDocument/2006/relationships" id="271" r:id="Ra722ddf6be5a465a"/>
    <p:sldId xmlns:r="http://schemas.openxmlformats.org/officeDocument/2006/relationships" id="272" r:id="Rfd943c0dd40241f3"/>
    <p:sldId xmlns:r="http://schemas.openxmlformats.org/officeDocument/2006/relationships" id="273" r:id="Ree7cdac7b77143ac"/>
  </p:sldIdLst>
  <p:sldSz cx="18288000" cy="10287000"/>
  <p:notesSz cx="6858000" cy="9144000"/>
  <p:embeddedFontLst>
    <p:embeddedFont>
      <p:font typeface="Marcellus"/>
      <p:regular xmlns:r="http://schemas.openxmlformats.org/officeDocument/2006/relationships" r:id="R5c352ab3bf774da0"/>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039cc55871984552" /><Relationship Type="http://schemas.openxmlformats.org/officeDocument/2006/relationships/slideMaster" Target="/ppt/slideMasters/slideMaster1.xml" Id="Rcee92eb8199f4375" /><Relationship Type="http://schemas.openxmlformats.org/officeDocument/2006/relationships/notesMaster" Target="/ppt/notesMasters/notesMaster1.xml" Id="R65ab679a9f384fd3" /><Relationship Type="http://schemas.openxmlformats.org/officeDocument/2006/relationships/presProps" Target="/ppt/presProps.xml" Id="R132dec57ec724e48" /><Relationship Type="http://schemas.openxmlformats.org/officeDocument/2006/relationships/viewProps" Target="/ppt/viewProps.xml" Id="Rc95b6a0443e445b0" /><Relationship Type="http://schemas.openxmlformats.org/officeDocument/2006/relationships/tableStyles" Target="/ppt/tableStyles.xml" Id="R2f551fd95cbe4273" /><Relationship Type="http://schemas.openxmlformats.org/officeDocument/2006/relationships/font" Target="/ppt/fonts/font.dat" Id="R5c352ab3bf774da0" /><Relationship Type="http://schemas.openxmlformats.org/officeDocument/2006/relationships/slide" Target="/ppt/slides/slide1.xml" Id="Rd38dc1f948574dcd" /><Relationship Type="http://schemas.openxmlformats.org/officeDocument/2006/relationships/slide" Target="/ppt/slides/slide2.xml" Id="Rb923201cc22049b7" /><Relationship Type="http://schemas.openxmlformats.org/officeDocument/2006/relationships/slide" Target="/ppt/slides/slide3.xml" Id="Rb44546a19f9c4078" /><Relationship Type="http://schemas.openxmlformats.org/officeDocument/2006/relationships/slide" Target="/ppt/slides/slide4.xml" Id="R1c06116771e24253" /><Relationship Type="http://schemas.openxmlformats.org/officeDocument/2006/relationships/slide" Target="/ppt/slides/slide5.xml" Id="Rb5308871d8724dd1" /><Relationship Type="http://schemas.openxmlformats.org/officeDocument/2006/relationships/slide" Target="/ppt/slides/slide6.xml" Id="R183591081620434f" /><Relationship Type="http://schemas.openxmlformats.org/officeDocument/2006/relationships/slide" Target="/ppt/slides/slide7.xml" Id="R6d1dae9f21584724" /><Relationship Type="http://schemas.openxmlformats.org/officeDocument/2006/relationships/slide" Target="/ppt/slides/slide8.xml" Id="Rba1a092b216c453d" /><Relationship Type="http://schemas.openxmlformats.org/officeDocument/2006/relationships/slide" Target="/ppt/slides/slide9.xml" Id="Rc73cd28aa7614a08" /><Relationship Type="http://schemas.openxmlformats.org/officeDocument/2006/relationships/slide" Target="/ppt/slides/slide10.xml" Id="Rf890c51a936c462c" /><Relationship Type="http://schemas.openxmlformats.org/officeDocument/2006/relationships/slide" Target="/ppt/slides/slide11.xml" Id="R5b928afdf02d48c7" /><Relationship Type="http://schemas.openxmlformats.org/officeDocument/2006/relationships/slide" Target="/ppt/slides/slide12.xml" Id="R5b53ab5c967b41db" /><Relationship Type="http://schemas.openxmlformats.org/officeDocument/2006/relationships/slide" Target="/ppt/slides/slide13.xml" Id="R1bc912460f974a66" /><Relationship Type="http://schemas.openxmlformats.org/officeDocument/2006/relationships/slide" Target="/ppt/slides/slide14.xml" Id="Rc07e2ee32d4b4de5" /><Relationship Type="http://schemas.openxmlformats.org/officeDocument/2006/relationships/slide" Target="/ppt/slides/slide15.xml" Id="Ra509930156e94e88" /><Relationship Type="http://schemas.openxmlformats.org/officeDocument/2006/relationships/slide" Target="/ppt/slides/slide16.xml" Id="Ra722ddf6be5a465a" /><Relationship Type="http://schemas.openxmlformats.org/officeDocument/2006/relationships/slide" Target="/ppt/slides/slide17.xml" Id="Rfd943c0dd40241f3" /><Relationship Type="http://schemas.openxmlformats.org/officeDocument/2006/relationships/slide" Target="/ppt/slides/slide18.xml" Id="Ree7cdac7b77143a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9f8f116f22642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89515d62f04e41" /><Relationship Type="http://schemas.openxmlformats.org/officeDocument/2006/relationships/notesMaster" Target="/ppt/notesMasters/notesMaster1.xml" Id="R84081aeb64c946e8" /></Relationships>
</file>

<file path=ppt/notesSlides/_rels/notesSlide2.xml.rels>&#65279;<?xml version="1.0" encoding="utf-8"?><Relationships xmlns="http://schemas.openxmlformats.org/package/2006/relationships"><Relationship Type="http://schemas.openxmlformats.org/officeDocument/2006/relationships/slide" Target="/ppt/slides/slide2.xml" Id="R50ba21f5b96e4890" /><Relationship Type="http://schemas.openxmlformats.org/officeDocument/2006/relationships/notesMaster" Target="/ppt/notesMasters/notesMaster1.xml" Id="R6b03f882349a4ab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bb588f656334449" /><Relationship Type="http://schemas.openxmlformats.org/officeDocument/2006/relationships/notesMaster" Target="/ppt/notesMasters/notesMaster1.xml" Id="Rab31e381249947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659a60d0c245c3" /><Relationship Type="http://schemas.openxmlformats.org/officeDocument/2006/relationships/notesMaster" Target="/ppt/notesMasters/notesMaster1.xml" Id="Ra50e60132bdd46e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a2096f4ce74b49" /><Relationship Type="http://schemas.openxmlformats.org/officeDocument/2006/relationships/notesMaster" Target="/ppt/notesMasters/notesMaster1.xml" Id="R6a56f452e9e643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96d05569224ea5" /><Relationship Type="http://schemas.openxmlformats.org/officeDocument/2006/relationships/notesMaster" Target="/ppt/notesMasters/notesMaster1.xml" Id="Ra5c2b60ee9ff4b78"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e26b0f7c8043d0" /><Relationship Type="http://schemas.openxmlformats.org/officeDocument/2006/relationships/notesMaster" Target="/ppt/notesMasters/notesMaster1.xml" Id="Rb85ec104c9314b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322df182d904d61" /><Relationship Type="http://schemas.openxmlformats.org/officeDocument/2006/relationships/notesMaster" Target="/ppt/notesMasters/notesMaster1.xml" Id="Rc32b18a154d046e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6c9373b6aa4ea5" /><Relationship Type="http://schemas.openxmlformats.org/officeDocument/2006/relationships/notesMaster" Target="/ppt/notesMasters/notesMaster1.xml" Id="Rb0224a39facf46d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359e42786154107" /><Relationship Type="http://schemas.openxmlformats.org/officeDocument/2006/relationships/notesMaster" Target="/ppt/notesMasters/notesMaster1.xml" Id="R4692465be03e43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9a6bf465764d73" /><Relationship Type="http://schemas.openxmlformats.org/officeDocument/2006/relationships/notesMaster" Target="/ppt/notesMasters/notesMaster1.xml" Id="Rca427e5ef37f46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2c7094ed13b4298" /><Relationship Type="http://schemas.openxmlformats.org/officeDocument/2006/relationships/notesMaster" Target="/ppt/notesMasters/notesMaster1.xml" Id="R42c2a8e1e5bd45b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dbd40dad4d0457e" /><Relationship Type="http://schemas.openxmlformats.org/officeDocument/2006/relationships/notesMaster" Target="/ppt/notesMasters/notesMaster1.xml" Id="R446277a1fcc74e7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76fc10176fe46c8" /><Relationship Type="http://schemas.openxmlformats.org/officeDocument/2006/relationships/notesMaster" Target="/ppt/notesMasters/notesMaster1.xml" Id="Rf96912a3fdf54db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3d2bf1a2a24723" /><Relationship Type="http://schemas.openxmlformats.org/officeDocument/2006/relationships/notesMaster" Target="/ppt/notesMasters/notesMaster1.xml" Id="R8d5a0106b978405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3e3a13b18334906" /><Relationship Type="http://schemas.openxmlformats.org/officeDocument/2006/relationships/notesMaster" Target="/ppt/notesMasters/notesMaster1.xml" Id="Rc4b44891eb54417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db6baf351884610" /><Relationship Type="http://schemas.openxmlformats.org/officeDocument/2006/relationships/notesMaster" Target="/ppt/notesMasters/notesMaster1.xml" Id="Raf67191fb772495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810d60eb80b4698" /><Relationship Type="http://schemas.openxmlformats.org/officeDocument/2006/relationships/notesMaster" Target="/ppt/notesMasters/notesMaster1.xml" Id="R79661df778cb47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100"/>
              <a:buNone/>
            </a:pPr>
            <a:r>
              <a:t>Presenter: Parth</a:t>
            </a:r>
          </a:p>
          <a:p xmlns:a="http://schemas.openxmlformats.org/drawingml/2006/main">
            <a:pPr marL="0" lvl="0" indent="0" algn="l">
              <a:lnSpc>
                <a:spcPct val="100000"/>
              </a:lnSpc>
              <a:spcBef>
                <a:spcPts val="0"/>
              </a:spcBef>
              <a:spcAft>
                <a:spcPts val="0"/>
              </a:spcAft>
              <a:buSzPts val="1100"/>
              <a:buNone/>
            </a:pPr>
            <a:r>
              <a:t>Suggested time: 15 seconds</a:t>
            </a:r>
          </a:p>
          <a:p xmlns:a="http://schemas.openxmlformats.org/drawingml/2006/main">
            <a:pPr marL="0" lvl="0" indent="0" algn="l">
              <a:lnSpc>
                <a:spcPct val="100000"/>
              </a:lnSpc>
              <a:spcBef>
                <a:spcPts val="0"/>
              </a:spcBef>
              <a:spcAft>
                <a:spcPts val="0"/>
              </a:spcAft>
              <a:buSzPts val="1100"/>
              <a:buNone/>
            </a:pPr>
            <a:r>
              <a:t/>
            </a:r>
            <a:endParaRPr/>
          </a:p>
          <a:p xmlns:a="http://schemas.openxmlformats.org/drawingml/2006/main">
            <a:pPr marL="0" lvl="0" indent="0" algn="l">
              <a:lnSpc>
                <a:spcPct val="100000"/>
              </a:lnSpc>
              <a:spcBef>
                <a:spcPts val="0"/>
              </a:spcBef>
              <a:spcAft>
                <a:spcPts val="0"/>
              </a:spcAft>
              <a:buSzPts val="1100"/>
              <a:buNone/>
            </a:pPr>
            <a:r>
              <a:t>We built an ML-based predictive cloud resource manager. This presentation replaces the live walkthrough with captured execution evidence and measured comparisons. The approved title is ML-Based Predictive Cloud Resource Management with SLA-Aware Auto-Scaling, Cost Optimization, and Adaptive Workload Handling.</a:t>
            </a:r>
          </a:p>
          <a:p xmlns:a="http://schemas.openxmlformats.org/drawingml/2006/main">
            <a:pPr marL="0" lvl="0" indent="0" algn="l">
              <a:lnSpc>
                <a:spcPct val="100000"/>
              </a:lnSpc>
              <a:spcBef>
                <a:spcPts val="0"/>
              </a:spcBef>
              <a:spcAft>
                <a:spcPts val="0"/>
              </a:spcAft>
              <a:buSzPts val="1100"/>
              <a:buNone/>
            </a:pPr>
            <a:r>
              <a:t/>
            </a:r>
            <a:endParaRPr/>
          </a:p>
          <a:p xmlns:a="http://schemas.openxmlformats.org/drawingml/2006/main">
            <a:pPr marL="0" lvl="0" indent="0" algn="l">
              <a:lnSpc>
                <a:spcPct val="100000"/>
              </a:lnSpc>
              <a:spcBef>
                <a:spcPts val="0"/>
              </a:spcBef>
              <a:spcAft>
                <a:spcPts val="0"/>
              </a:spcAft>
              <a:buSzPts val="1100"/>
              <a:buNone/>
            </a:pPr>
            <a:r>
              <a:t>Evidence sources:</a:t>
            </a:r>
          </a:p>
          <a:p xmlns:a="http://schemas.openxmlformats.org/drawingml/2006/main">
            <a:pPr marL="0" lvl="0" indent="0" algn="l">
              <a:lnSpc>
                <a:spcPct val="100000"/>
              </a:lnSpc>
              <a:spcBef>
                <a:spcPts val="0"/>
              </a:spcBef>
              <a:spcAft>
                <a:spcPts val="0"/>
              </a:spcAft>
              <a:buSzPts val="1100"/>
              <a:buNone/>
            </a:pPr>
            <a:r>
              <a:t>Repository: https://github.com/parth1056/accml</a:t>
            </a:r>
          </a:p>
          <a:p xmlns:a="http://schemas.openxmlformats.org/drawingml/2006/main">
            <a:pPr marL="0" lvl="0" indent="0" algn="l">
              <a:lnSpc>
                <a:spcPct val="100000"/>
              </a:lnSpc>
              <a:spcBef>
                <a:spcPts val="0"/>
              </a:spcBef>
              <a:spcAft>
                <a:spcPts val="0"/>
              </a:spcAft>
              <a:buSzPts val="1100"/>
              <a:buNone/>
            </a:pPr>
            <a:r>
              <a:t>Core code at commit 64f7a68. Main benchmark records retain their original source/model fingerprints.</a:t>
            </a:r>
          </a:p>
          <a:p xmlns:a="http://schemas.openxmlformats.org/drawingml/2006/main">
            <a:pPr marL="0" lvl="0" indent="0" algn="l">
              <a:lnSpc>
                <a:spcPct val="100000"/>
              </a:lnSpc>
              <a:spcBef>
                <a:spcPts val="0"/>
              </a:spcBef>
              <a:spcAft>
                <a:spcPts val="0"/>
              </a:spcAft>
              <a:buSzPts val="1100"/>
              <a:buNone/>
            </a:pPr>
            <a:r>
              <a: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Parth</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Our target is a p95 latency of at most 250 milliseconds and at least 99 percent successful requests. Prediction helps because workers need time to become ready. The controller also limits allocation and responds when its prediction is wrong. These are project targets rather than an external cloud service guarantee.</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scaler/policy.py</a:t>
            </a:r>
          </a:p>
          <a:p xmlns:a="http://schemas.openxmlformats.org/drawingml/2006/main">
            <a:pPr marL="0" lvl="0" indent="0" algn="l">
              <a:spcBef>
                <a:spcPts val="0"/>
              </a:spcBef>
              <a:spcAft>
                <a:spcPts val="0"/>
              </a:spcAft>
              <a:buNone/>
            </a:pPr>
            <a:r>
              <a:t>scaler/experiment.py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Parth</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Docker Desktop runs a dedicated Minikube cluster. A host load generator sends real HTTP traffic through the gateway to ready worker pods. The controller collects demand and latency, forecasts future workload, and updates the worker deployment. The final box represents the feedback controller. This scales application replicas on one local node, not physical cloud servers.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scaler/fleet.py</a:t>
            </a:r>
          </a:p>
          <a:p xmlns:a="http://schemas.openxmlformats.org/drawingml/2006/main">
            <a:pPr marL="0" lvl="0" indent="0" algn="l">
              <a:spcBef>
                <a:spcPts val="0"/>
              </a:spcBef>
              <a:spcAft>
                <a:spcPts val="0"/>
              </a:spcAft>
              <a:buNone/>
            </a:pPr>
            <a:r>
              <a:t>scaler/gateway.py</a:t>
            </a:r>
          </a:p>
          <a:p xmlns:a="http://schemas.openxmlformats.org/drawingml/2006/main">
            <a:pPr marL="0" lvl="0" indent="0" algn="l">
              <a:spcBef>
                <a:spcPts val="0"/>
              </a:spcBef>
              <a:spcAft>
                <a:spcPts val="0"/>
              </a:spcAft>
              <a:buNone/>
            </a:pPr>
            <a:r>
              <a:t>scaler/worker.py</a:t>
            </a:r>
          </a:p>
          <a:p xmlns:a="http://schemas.openxmlformats.org/drawingml/2006/main">
            <a:pPr marL="0" lvl="0" indent="0" algn="l">
              <a:spcBef>
                <a:spcPts val="0"/>
              </a:spcBef>
              <a:spcAft>
                <a:spcPts val="0"/>
              </a:spcAft>
              <a:buNone/>
            </a:pPr>
            <a:r>
              <a:t>k8s/application.yaml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Parth</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There are ten input features: six completed demand windows plus their mean, standard deviation, maximum and slope. Offered demand comes from actual sends, including requests still in flight. Latency and pod readiness guide the controller but are not model features. The target is the maximum offered rate over the following three windows, so the feature window never includes future demand.</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planning_pilot/pilot.py:features and supervised</a:t>
            </a:r>
          </a:p>
          <a:p xmlns:a="http://schemas.openxmlformats.org/drawingml/2006/main">
            <a:pPr marL="0" lvl="0" indent="0" algn="l">
              <a:spcBef>
                <a:spcPts val="0"/>
              </a:spcBef>
              <a:spcAft>
                <a:spcPts val="0"/>
              </a:spcAft>
              <a:buNone/>
            </a:pPr>
            <a:r>
              <a:t>scaler/traffic.py:Load.window</a:t>
            </a:r>
          </a:p>
          <a:p xmlns:a="http://schemas.openxmlformats.org/drawingml/2006/main">
            <a:pPr marL="0" lvl="0" indent="0" algn="l">
              <a:spcBef>
                <a:spcPts val="0"/>
              </a:spcBef>
              <a:spcAft>
                <a:spcPts val="0"/>
              </a:spcAft>
              <a:buNone/>
            </a:pPr>
            <a:r>
              <a:t>scaler/experiment.py:run_once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Parth</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We use standardized Ridge regression because inference is fast and its coefficients can be inspected. Synthetic training, validation and test traces use separate seeds. Validation selects alpha ten and an underprediction buffer. The saved model supplies online predictions. The two test settings must be distinguished: Ridge beats persistence on the synthetic holdout, but persistence has lower MAE across the 64 recorded replay targets. The controller therefore needs its observed-demand and SLA safeguards.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scaler/forecast.py; output/training_evaluation.json; output/evaluation/forecast_diagnostics.json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Parth</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Before scaling, we calibrate the real CPU workload. Eighteen requests per second passed repeated one-worker checks, so a twenty-percent reserve gives a safe rate of fourteen point four. The controller takes the larger of observed demand and forecast plus buffer, divides by safe capacity, and rounds up. It adds latency or error rescue when no previous scale-out is pending. Downscale waits for stability and removes capacity gradually. Bounds and a hard budget cap always constrain allocation.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output/live/calibration-kubernetes.json; scaler/policy.py; k8s/application.yaml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Purab</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Both gateway and worker are ready before a demonstration begins. The CPU workload performs sixty thousand PBKDF2 iterations per request and each worker has a quarter-core CPU limit. A host load generator sends real HTTP requests. The controller uses the saved model, while a read-only dashboard displays the measurements. The next screenshots follow one four-minute flash-demand demonstration. Its first minute is warm-up, and it is separate from the frozen comparison suite.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k8s/application.yaml; scaler/worker.py; output/evidence/presentation/cluster-ready.txt; output/live/20261024T231509Z-kubernetes-flash-guarded_predictive-5ae1/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Purab</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20 seconds</a:t>
            </a:r>
          </a:p>
          <a:p xmlns:a="http://schemas.openxmlformats.org/drawingml/2006/main">
            <a:pPr marL="0" lvl="0" indent="0" algn="l">
              <a:spcBef>
                <a:spcPts val="0"/>
              </a:spcBef>
              <a:spcAft>
                <a:spcPts val="0"/>
              </a:spcAft>
              <a:buNone/>
            </a:pPr>
            <a:r>
              <a:t>Target: 2 workers The model needs six windows.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Observed demand already exceeds one worker’s safe rate.</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cards show state before the latest decision.</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output/live/20261024T231509Z-kubernetes-flash-guarded_predictive-5ae1/decisions.csv</a:t>
            </a:r>
          </a:p>
          <a:p xmlns:a="http://schemas.openxmlformats.org/drawingml/2006/main">
            <a:pPr marL="0" lvl="0" indent="0" algn="l">
              <a:spcBef>
                <a:spcPts val="0"/>
              </a:spcBef>
              <a:spcAft>
                <a:spcPts val="0"/>
              </a:spcAft>
              <a:buNone/>
            </a:pPr>
            <a:r>
              <a:t>runtime/slides/demo-start.png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Purab</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39.4 RPS observed</a:t>
            </a:r>
          </a:p>
          <a:p xmlns:a="http://schemas.openxmlformats.org/drawingml/2006/main">
            <a:pPr marL="0" lvl="0" indent="0" algn="l">
              <a:spcBef>
                <a:spcPts val="0"/>
              </a:spcBef>
              <a:spcAft>
                <a:spcPts val="0"/>
              </a:spcAft>
              <a:buNone/>
            </a:pPr>
            <a:r>
              <a:t>47.7 RPS forecast Four workers are ready.</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p95 is 64.3 ms in this window.</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trend shows earlier real scale-out actions.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output/live/20261024T231509Z-kubernetes-flash-guarded_predictive-5ae1/decisions.csv</a:t>
            </a:r>
          </a:p>
          <a:p xmlns:a="http://schemas.openxmlformats.org/drawingml/2006/main">
            <a:pPr marL="0" lvl="0" indent="0" algn="l">
              <a:spcBef>
                <a:spcPts val="0"/>
              </a:spcBef>
              <a:spcAft>
                <a:spcPts val="0"/>
              </a:spcAft>
              <a:buNone/>
            </a:pPr>
            <a:r>
              <a:t>runtime/slides/demo-forecast.png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Purab</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110 seconds</a:t>
            </a:r>
          </a:p>
          <a:p xmlns:a="http://schemas.openxmlformats.org/drawingml/2006/main">
            <a:pPr marL="0" lvl="0" indent="0" algn="l">
              <a:spcBef>
                <a:spcPts val="0"/>
              </a:spcBef>
              <a:spcAft>
                <a:spcPts val="0"/>
              </a:spcAft>
              <a:buNone/>
            </a:pPr>
            <a:r>
              <a:t>Target: 3 workers Demand falls to 15.3 RPS.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controller waits before scaling down.</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Ready / desired still shows 4 / 4 before applying the new target.</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output/live/20261024T231509Z-kubernetes-flash-guarded_predictive-5ae1/decisions.csv</a:t>
            </a:r>
          </a:p>
          <a:p xmlns:a="http://schemas.openxmlformats.org/drawingml/2006/main">
            <a:pPr marL="0" lvl="0" indent="0" algn="l">
              <a:spcBef>
                <a:spcPts val="0"/>
              </a:spcBef>
              <a:spcAft>
                <a:spcPts val="0"/>
              </a:spcAft>
              <a:buNone/>
            </a:pPr>
            <a:r>
              <a:t>runtime/slides/demo-downscale.png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Purab</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Completed run</a:t>
            </a:r>
          </a:p>
          <a:p xmlns:a="http://schemas.openxmlformats.org/drawingml/2006/main">
            <a:pPr marL="0" lvl="0" indent="0" algn="l">
              <a:spcBef>
                <a:spcPts val="0"/>
              </a:spcBef>
              <a:spcAft>
                <a:spcPts val="0"/>
              </a:spcAft>
              <a:buNone/>
            </a:pPr>
            <a:r>
              <a:t>Ceiling: 4 workers The graph records the burst and recovery.</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deployment never exceeds four workers.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cards show the final recorded window.</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output/live/20261024T231509Z-kubernetes-flash-guarded_predictive-5ae1/decisions.csv</a:t>
            </a:r>
          </a:p>
          <a:p xmlns:a="http://schemas.openxmlformats.org/drawingml/2006/main">
            <a:pPr marL="0" lvl="0" indent="0" algn="l">
              <a:spcBef>
                <a:spcPts val="0"/>
              </a:spcBef>
              <a:spcAft>
                <a:spcPts val="0"/>
              </a:spcAft>
              <a:buNone/>
            </a:pPr>
            <a:r>
              <a:t>runtime/slides/demo-burst.png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Purab</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twelve-run suite holds planned arrivals, model, code and service configuration constant within the comparison. Warm-up is excluded from scored results. All requests succeeded in the main suite. Guarded prediction has no violating scored windows in its four runs. It saves ten point seven percent allocation versus fixed maximum capacity in periodic demand and two percent in flash demand. Reactive uses less allocation, but one periodic repeat reaches about five hundred four milliseconds p95. This is a cost and service-quality trade-off.</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output/live/matrix.json; output/evaluation/audit.json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Pushkar</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This table reports periodic-demand averages across two repeats. Reactive has higher utilization because it runs fewer workers. Guarded keeps more headroom and therefore costs more than reactive. Cost multiplies allocated replica-hours by an illustrative rate. Energy combines assumed idle power with measured worker CPU time. Gateway, host and fixed infrastructure overhead are excluded, so these are relative proxies rather than a bill or physical power measurement.</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output/evaluation/audit.json</a:t>
            </a:r>
          </a:p>
          <a:p xmlns:a="http://schemas.openxmlformats.org/drawingml/2006/main">
            <a:pPr marL="0" lvl="0" indent="0" algn="l">
              <a:spcBef>
                <a:spcPts val="0"/>
              </a:spcBef>
              <a:spcAft>
                <a:spcPts val="0"/>
              </a:spcAft>
              <a:buNone/>
            </a:pPr>
            <a:r>
              <a:t>scaler/experiment.py:summarize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Pushkar</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13.35% failures</a:t>
            </a:r>
          </a:p>
          <a:p xmlns:a="http://schemas.openxmlformats.org/drawingml/2006/main">
            <a:pPr marL="0" lvl="0" indent="0" algn="l">
              <a:spcBef>
                <a:spcPts val="0"/>
              </a:spcBef>
              <a:spcAft>
                <a:spcPts val="0"/>
              </a:spcAft>
              <a:buNone/>
            </a:pPr>
            <a:r>
              <a:t>1,547.7 ms run p95 The predictor deliberately returns zero.</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Plain prediction removes capacity despite rising demand.</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screenshot shows one overloaded window.</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output/evaluation/fault_checks.json</a:t>
            </a:r>
          </a:p>
          <a:p xmlns:a="http://schemas.openxmlformats.org/drawingml/2006/main">
            <a:pPr marL="0" lvl="0" indent="0" algn="l">
              <a:spcBef>
                <a:spcPts val="0"/>
              </a:spcBef>
              <a:spcAft>
                <a:spcPts val="0"/>
              </a:spcAft>
              <a:buNone/>
            </a:pPr>
            <a:r>
              <a:t>output/evidence/zero_forecast_plain.png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Pushkar</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0% failures</a:t>
            </a:r>
          </a:p>
          <a:p xmlns:a="http://schemas.openxmlformats.org/drawingml/2006/main">
            <a:pPr marL="0" lvl="0" indent="0" algn="l">
              <a:spcBef>
                <a:spcPts val="0"/>
              </a:spcBef>
              <a:spcAft>
                <a:spcPts val="0"/>
              </a:spcAft>
              <a:buNone/>
            </a:pPr>
            <a:r>
              <a:t>215.1 ms run p95 Same planned workload and zero forecast.</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Guarded scaling adds capacity using observed demand and SLA signals.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One scored window still violates the target.</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output/evaluation/fault_checks.json</a:t>
            </a:r>
          </a:p>
          <a:p xmlns:a="http://schemas.openxmlformats.org/drawingml/2006/main">
            <a:pPr marL="0" lvl="0" indent="0" algn="l">
              <a:spcBef>
                <a:spcPts val="0"/>
              </a:spcBef>
              <a:spcAft>
                <a:spcPts val="0"/>
              </a:spcAft>
              <a:buNone/>
            </a:pPr>
            <a:r>
              <a:t>output/evidence/zero_forecast_guarded.png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Pushkar</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separate budget stress test limits allocation to one worker. The controller obeys that bound, but latency and errors increase when demand needs more capacity. This is a real resource trade-off: a strict budget and a strict latency objective may conflict. The run records the capacity limit so an operator can explain the service degradation.</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sources:</a:t>
            </a:r>
          </a:p>
          <a:p xmlns:a="http://schemas.openxmlformats.org/drawingml/2006/main">
            <a:pPr marL="0" lvl="0" indent="0" algn="l">
              <a:spcBef>
                <a:spcPts val="0"/>
              </a:spcBef>
              <a:spcAft>
                <a:spcPts val="0"/>
              </a:spcAft>
              <a:buNone/>
            </a:pPr>
            <a:r>
              <a:t>Repository: https://github.com/parth1056/accml</a:t>
            </a:r>
          </a:p>
          <a:p xmlns:a="http://schemas.openxmlformats.org/drawingml/2006/main">
            <a:pPr marL="0" lvl="0" indent="0" algn="l">
              <a:spcBef>
                <a:spcPts val="0"/>
              </a:spcBef>
              <a:spcAft>
                <a:spcPts val="0"/>
              </a:spcAft>
              <a:buNone/>
            </a:pPr>
            <a:r>
              <a:t>Core code at commit 64f7a68. Main benchmark records retain their original source/model fingerprints.</a:t>
            </a:r>
          </a:p>
          <a:p xmlns:a="http://schemas.openxmlformats.org/drawingml/2006/main">
            <a:pPr marL="0" lvl="0" indent="0" algn="l">
              <a:spcBef>
                <a:spcPts val="0"/>
              </a:spcBef>
              <a:spcAft>
                <a:spcPts val="0"/>
              </a:spcAft>
              <a:buNone/>
            </a:pPr>
            <a:r>
              <a:t>output/evaluation/fault_checks.json</a:t>
            </a:r>
          </a:p>
          <a:p xmlns:a="http://schemas.openxmlformats.org/drawingml/2006/main">
            <a:pPr marL="0" lvl="0" indent="0" algn="l">
              <a:spcBef>
                <a:spcPts val="0"/>
              </a:spcBef>
              <a:spcAft>
                <a:spcPts val="0"/>
              </a:spcAft>
              <a:buNone/>
            </a:pPr>
            <a:r>
              <a:t>scaler/policy.py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Pushkar</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This is an implemented local Kubernetes prototype. Latency, request failures, worker CPU and actual replica actions are measured. Arrivals are synthetic, all pods share one laptop, and adding replicas does not add physical cloud machines. Cost and energy are explicit proxies rather than a cloud bill or a physical power measurement. We have also shown that forecast quality varies by workload. These boundaries make the results interpretable and identify what needs validation before deployment on a real cloud service.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scaler/experiment.py; output/evaluation/audit.json; output/evaluation/forecast_diagnostics.json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Pushkar</a:t>
            </a:r>
          </a:p>
          <a:p xmlns:a="http://schemas.openxmlformats.org/drawingml/2006/main">
            <a:pPr marL="0" lvl="0" indent="0" algn="l">
              <a:spcBef>
                <a:spcPts val="0"/>
              </a:spcBef>
              <a:spcAft>
                <a:spcPts val="0"/>
              </a:spcAft>
              <a:buNone/>
            </a:pPr>
            <a:r>
              <a:t>Suggested time: 25 seconds</a:t>
            </a: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The complete system combines a trained workload predictor with an SLA-aware allocation policy and real Kubernetes control. The strongest result is its guarded behaviour, especially when a forecast fails. It trades some headroom for stable latency and reduces allocation compared with always keeping maximum capacity. The next step is broader forecast validation followed by fresh matched controller experiments. This completes the demonstration.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README.md; output/evaluation/audit.json; output/evaluation/fault_checks.json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da24c6922df4d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73decb0267b4e6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49f978d3c5c439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b3caf22096f4b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76618001c98492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61758a3f9e4a14"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38c4de4a19bf4bc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954d2f780e64d8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c9d7bb4355c4b8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ed3c50bd55a4b7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401a8bdcd6c946a8" /></Relationships>
</file>

<file path=ppt/slideLayouts/slideLayout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12" name="Google Shape;12;p2">
            <a:extLst xmlns:a="http://schemas.openxmlformats.org/drawingml/2006/main">
              <a:ext uri="{FF2B5EF4-FFF2-40B4-BE49-F238E27FC236}">
                <a16:creationId xmlns:a16="http://schemas.microsoft.com/office/drawing/2014/main" id="{6A9CCA8C-9665-4D4D-BD37-A37447FF6BFC}"/>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13" name="Google Shape;13;p2">
            <a:extLst xmlns:a="http://schemas.openxmlformats.org/drawingml/2006/main">
              <a:ext uri="{FF2B5EF4-FFF2-40B4-BE49-F238E27FC236}">
                <a16:creationId xmlns:a16="http://schemas.microsoft.com/office/drawing/2014/main" id="{2564BBF4-0E63-4D0F-84CE-32552658BA87}"/>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14" name="Google Shape;14;p2">
            <a:extLst xmlns:a="http://schemas.openxmlformats.org/drawingml/2006/main">
              <a:ext uri="{FF2B5EF4-FFF2-40B4-BE49-F238E27FC236}">
                <a16:creationId xmlns:a16="http://schemas.microsoft.com/office/drawing/2014/main" id="{052AC077-5A4D-4932-9914-D56DAA7BDEB3}"/>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A92BDCCF-C5B1-4FB6-9898-9866F2ABC9FF}"/>
              </a:ext>
            </a:extLst>
          </p:cNvPr>
          <p:cNvSpPr>
            <a:spLocks xmlns:a="http://schemas.openxmlformats.org/drawingml/2006/main" noGrp="1"/>
          </p:cNvSpPr>
          <p:nvPr>
            <p:ph type="ctrTitle" idx="0"/>
          </p:nvPr>
        </p:nvSpPr>
        <p:spPr>
          <a:xfrm xmlns:a="http://schemas.openxmlformats.org/drawingml/2006/main">
            <a:off x="685800" y="2130425"/>
            <a:ext cx="7772400" cy="1470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lnSpc>
                <a:spcPct val="10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17" name="Google Shape;17;p3">
            <a:extLst xmlns:a="http://schemas.openxmlformats.org/drawingml/2006/main">
              <a:ext uri="{FF2B5EF4-FFF2-40B4-BE49-F238E27FC236}">
                <a16:creationId xmlns:a16="http://schemas.microsoft.com/office/drawing/2014/main" id="{2632272A-C468-4118-BBC7-AEA9E959F768}"/>
              </a:ext>
            </a:extLst>
          </p:cNvPr>
          <p:cNvSpPr>
            <a:spLocks xmlns:a="http://schemas.openxmlformats.org/drawingml/2006/main" noGrp="1"/>
          </p:cNvSpPr>
          <p:nvPr>
            <p:ph type="subTitle" idx="1"/>
          </p:nvPr>
        </p:nvSpPr>
        <p:spPr>
          <a:xfrm xmlns:a="http://schemas.openxmlformats.org/drawingml/2006/main">
            <a:off x="1371600" y="3886200"/>
            <a:ext cx="6400800" cy="1752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algn="ctr">
              <a:lnSpc>
                <a:spcPct val="100000"/>
              </a:lnSpc>
              <a:spcBef>
                <a:spcPts val="640"/>
              </a:spcBef>
              <a:spcAft>
                <a:spcPts val="0"/>
              </a:spcAft>
              <a:buClr>
                <a:srgbClr val="888888"/>
              </a:buClr>
              <a:buSzPts val="3200"/>
              <a:buNone/>
              <a:defRPr>
                <a:solidFill>
                  <a:srgbClr val="888888"/>
                </a:solidFill>
              </a:defRPr>
            </a:lvl1pPr>
            <a:lvl2pPr algn="ctr">
              <a:lnSpc>
                <a:spcPct val="100000"/>
              </a:lnSpc>
              <a:spcBef>
                <a:spcPts val="560"/>
              </a:spcBef>
              <a:spcAft>
                <a:spcPts val="0"/>
              </a:spcAft>
              <a:buClr>
                <a:srgbClr val="888888"/>
              </a:buClr>
              <a:buSzPts val="2800"/>
              <a:buNone/>
              <a:defRPr>
                <a:solidFill>
                  <a:srgbClr val="888888"/>
                </a:solidFill>
              </a:defRPr>
            </a:lvl2pPr>
            <a:lvl3pPr algn="ctr">
              <a:lnSpc>
                <a:spcPct val="100000"/>
              </a:lnSpc>
              <a:spcBef>
                <a:spcPts val="480"/>
              </a:spcBef>
              <a:spcAft>
                <a:spcPts val="0"/>
              </a:spcAft>
              <a:buClr>
                <a:srgbClr val="888888"/>
              </a:buClr>
              <a:buSzPts val="2400"/>
              <a:buNone/>
              <a:defRPr>
                <a:solidFill>
                  <a:srgbClr val="888888"/>
                </a:solidFill>
              </a:defRPr>
            </a:lvl3pPr>
            <a:lvl4pPr algn="ctr">
              <a:lnSpc>
                <a:spcPct val="100000"/>
              </a:lnSpc>
              <a:spcBef>
                <a:spcPts val="400"/>
              </a:spcBef>
              <a:spcAft>
                <a:spcPts val="0"/>
              </a:spcAft>
              <a:buClr>
                <a:srgbClr val="888888"/>
              </a:buClr>
              <a:buSzPts val="2000"/>
              <a:buNone/>
              <a:defRPr>
                <a:solidFill>
                  <a:srgbClr val="888888"/>
                </a:solidFill>
              </a:defRPr>
            </a:lvl4pPr>
            <a:lvl5pPr algn="ctr">
              <a:lnSpc>
                <a:spcPct val="100000"/>
              </a:lnSpc>
              <a:spcBef>
                <a:spcPts val="400"/>
              </a:spcBef>
              <a:spcAft>
                <a:spcPts val="0"/>
              </a:spcAft>
              <a:buClr>
                <a:srgbClr val="888888"/>
              </a:buClr>
              <a:buSzPts val="2000"/>
              <a:buNone/>
              <a:defRPr>
                <a:solidFill>
                  <a:srgbClr val="888888"/>
                </a:solidFill>
              </a:defRPr>
            </a:lvl5pPr>
            <a:lvl6pPr algn="ctr">
              <a:lnSpc>
                <a:spcPct val="100000"/>
              </a:lnSpc>
              <a:spcBef>
                <a:spcPts val="400"/>
              </a:spcBef>
              <a:spcAft>
                <a:spcPts val="0"/>
              </a:spcAft>
              <a:buClr>
                <a:srgbClr val="888888"/>
              </a:buClr>
              <a:buSzPts val="2000"/>
              <a:buNone/>
              <a:defRPr>
                <a:solidFill>
                  <a:srgbClr val="888888"/>
                </a:solidFill>
              </a:defRPr>
            </a:lvl6pPr>
            <a:lvl7pPr algn="ctr">
              <a:lnSpc>
                <a:spcPct val="100000"/>
              </a:lnSpc>
              <a:spcBef>
                <a:spcPts val="400"/>
              </a:spcBef>
              <a:spcAft>
                <a:spcPts val="0"/>
              </a:spcAft>
              <a:buClr>
                <a:srgbClr val="888888"/>
              </a:buClr>
              <a:buSzPts val="2000"/>
              <a:buNone/>
              <a:defRPr>
                <a:solidFill>
                  <a:srgbClr val="888888"/>
                </a:solidFill>
              </a:defRPr>
            </a:lvl7pPr>
            <a:lvl8pPr algn="ctr">
              <a:lnSpc>
                <a:spcPct val="100000"/>
              </a:lnSpc>
              <a:spcBef>
                <a:spcPts val="400"/>
              </a:spcBef>
              <a:spcAft>
                <a:spcPts val="0"/>
              </a:spcAft>
              <a:buClr>
                <a:srgbClr val="888888"/>
              </a:buClr>
              <a:buSzPts val="2000"/>
              <a:buNone/>
              <a:defRPr>
                <a:solidFill>
                  <a:srgbClr val="888888"/>
                </a:solidFill>
              </a:defRPr>
            </a:lvl8pPr>
            <a:lvl9pPr algn="ctr">
              <a:lnSpc>
                <a:spcPct val="100000"/>
              </a:lnSpc>
              <a:spcBef>
                <a:spcPts val="400"/>
              </a:spcBef>
              <a:spcAft>
                <a:spcPts val="0"/>
              </a:spcAft>
              <a:buClr>
                <a:srgbClr val="888888"/>
              </a:buClr>
              <a:buSzPts val="2000"/>
              <a:buNone/>
              <a:defRPr>
                <a:solidFill>
                  <a:srgbClr val="888888"/>
                </a:solidFill>
              </a:defRPr>
            </a:lvl9pPr>
          </a:lstStyle>
          <a:p xmlns:a="http://schemas.openxmlformats.org/drawingml/2006/main">
            <a:endParaRPr/>
          </a:p>
        </p:txBody>
      </p:sp>
      <p:sp>
        <p:nvSpPr>
          <p:cNvPr id="18" name="Google Shape;18;p3">
            <a:extLst xmlns:a="http://schemas.openxmlformats.org/drawingml/2006/main">
              <a:ext uri="{FF2B5EF4-FFF2-40B4-BE49-F238E27FC236}">
                <a16:creationId xmlns:a16="http://schemas.microsoft.com/office/drawing/2014/main" id="{7F641535-7F1C-462B-821C-CB9F6616F6A9}"/>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19" name="Google Shape;19;p3">
            <a:extLst xmlns:a="http://schemas.openxmlformats.org/drawingml/2006/main">
              <a:ext uri="{FF2B5EF4-FFF2-40B4-BE49-F238E27FC236}">
                <a16:creationId xmlns:a16="http://schemas.microsoft.com/office/drawing/2014/main" id="{4A42D94A-F698-45FB-B426-C7A8B23DCEA3}"/>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20" name="Google Shape;20;p3">
            <a:extLst xmlns:a="http://schemas.openxmlformats.org/drawingml/2006/main">
              <a:ext uri="{FF2B5EF4-FFF2-40B4-BE49-F238E27FC236}">
                <a16:creationId xmlns:a16="http://schemas.microsoft.com/office/drawing/2014/main" id="{F00BD52B-60D1-4944-ABE1-A4C489DDBFB3}"/>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and Content" type="obj">
  <p:cSld name="OBJECT">
    <p:spTree>
      <p:nvGrpSpPr>
        <p:cNvPr id="1" name=""/>
        <p:cNvGrpSpPr/>
        <p:nvPr/>
      </p:nvGrpSpPr>
      <p:grpSpPr>
        <a:xfrm xmlns:a="http://schemas.openxmlformats.org/drawingml/2006/main"/>
      </p:grpSpPr>
      <p:sp>
        <p:nvSpPr>
          <p:cNvPr id="22" name="Google Shape;22;p4">
            <a:extLst xmlns:a="http://schemas.openxmlformats.org/drawingml/2006/main">
              <a:ext uri="{FF2B5EF4-FFF2-40B4-BE49-F238E27FC236}">
                <a16:creationId xmlns:a16="http://schemas.microsoft.com/office/drawing/2014/main" id="{323CCEE0-7192-4B3A-81C4-9237168F06AB}"/>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lnSpc>
                <a:spcPct val="10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23" name="Google Shape;23;p4">
            <a:extLst xmlns:a="http://schemas.openxmlformats.org/drawingml/2006/main">
              <a:ext uri="{FF2B5EF4-FFF2-40B4-BE49-F238E27FC236}">
                <a16:creationId xmlns:a16="http://schemas.microsoft.com/office/drawing/2014/main" id="{E7246952-CFA9-4CA5-B5FC-9832EE99294C}"/>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100000"/>
              </a:lnSpc>
              <a:spcBef>
                <a:spcPts val="360"/>
              </a:spcBef>
              <a:spcAft>
                <a:spcPts val="0"/>
              </a:spcAft>
              <a:buClr>
                <a:schemeClr val="dk1"/>
              </a:buClr>
              <a:buSzPts val="1800"/>
              <a:buChar char="•"/>
              <a:defRPr/>
            </a:lvl1pPr>
            <a:lvl2pPr marL="914400" indent="-342900" algn="l">
              <a:lnSpc>
                <a:spcPct val="100000"/>
              </a:lnSpc>
              <a:spcBef>
                <a:spcPts val="360"/>
              </a:spcBef>
              <a:spcAft>
                <a:spcPts val="0"/>
              </a:spcAft>
              <a:buClr>
                <a:schemeClr val="dk1"/>
              </a:buClr>
              <a:buSzPts val="1800"/>
              <a:buChar char="–"/>
              <a:defRPr/>
            </a:lvl2pPr>
            <a:lvl3pPr marL="1371600" indent="-342900" algn="l">
              <a:lnSpc>
                <a:spcPct val="100000"/>
              </a:lnSpc>
              <a:spcBef>
                <a:spcPts val="360"/>
              </a:spcBef>
              <a:spcAft>
                <a:spcPts val="0"/>
              </a:spcAft>
              <a:buClr>
                <a:schemeClr val="dk1"/>
              </a:buClr>
              <a:buSzPts val="1800"/>
              <a:buChar char="•"/>
              <a:defRPr/>
            </a:lvl3pPr>
            <a:lvl4pPr marL="1828800" indent="-342900" algn="l">
              <a:lnSpc>
                <a:spcPct val="100000"/>
              </a:lnSpc>
              <a:spcBef>
                <a:spcPts val="360"/>
              </a:spcBef>
              <a:spcAft>
                <a:spcPts val="0"/>
              </a:spcAft>
              <a:buClr>
                <a:schemeClr val="dk1"/>
              </a:buClr>
              <a:buSzPts val="1800"/>
              <a:buChar char="–"/>
              <a:defRPr/>
            </a:lvl4pPr>
            <a:lvl5pPr marL="2286000" indent="-342900" algn="l">
              <a:lnSpc>
                <a:spcPct val="100000"/>
              </a:lnSpc>
              <a:spcBef>
                <a:spcPts val="360"/>
              </a:spcBef>
              <a:spcAft>
                <a:spcPts val="0"/>
              </a:spcAft>
              <a:buClr>
                <a:schemeClr val="dk1"/>
              </a:buClr>
              <a:buSzPts val="1800"/>
              <a:buChar char="»"/>
              <a:defRPr/>
            </a:lvl5pPr>
            <a:lvl6pPr marL="2743200" indent="-342900" algn="l">
              <a:lnSpc>
                <a:spcPct val="100000"/>
              </a:lnSpc>
              <a:spcBef>
                <a:spcPts val="360"/>
              </a:spcBef>
              <a:spcAft>
                <a:spcPts val="0"/>
              </a:spcAft>
              <a:buClr>
                <a:schemeClr val="dk1"/>
              </a:buClr>
              <a:buSzPts val="1800"/>
              <a:buChar char="•"/>
              <a:defRPr/>
            </a:lvl6pPr>
            <a:lvl7pPr marL="3200400" indent="-342900" algn="l">
              <a:lnSpc>
                <a:spcPct val="100000"/>
              </a:lnSpc>
              <a:spcBef>
                <a:spcPts val="360"/>
              </a:spcBef>
              <a:spcAft>
                <a:spcPts val="0"/>
              </a:spcAft>
              <a:buClr>
                <a:schemeClr val="dk1"/>
              </a:buClr>
              <a:buSzPts val="1800"/>
              <a:buChar char="•"/>
              <a:defRPr/>
            </a:lvl7pPr>
            <a:lvl8pPr marL="3657600" indent="-342900" algn="l">
              <a:lnSpc>
                <a:spcPct val="100000"/>
              </a:lnSpc>
              <a:spcBef>
                <a:spcPts val="360"/>
              </a:spcBef>
              <a:spcAft>
                <a:spcPts val="0"/>
              </a:spcAft>
              <a:buClr>
                <a:schemeClr val="dk1"/>
              </a:buClr>
              <a:buSzPts val="1800"/>
              <a:buChar char="•"/>
              <a:defRPr/>
            </a:lvl8pPr>
            <a:lvl9pPr marL="4114800" indent="-342900" algn="l">
              <a:lnSpc>
                <a:spcPct val="100000"/>
              </a:lnSpc>
              <a:spcBef>
                <a:spcPts val="360"/>
              </a:spcBef>
              <a:spcAft>
                <a:spcPts val="0"/>
              </a:spcAft>
              <a:buClr>
                <a:schemeClr val="dk1"/>
              </a:buClr>
              <a:buSzPts val="1800"/>
              <a:buChar char="•"/>
              <a:defRPr/>
            </a:lvl9pPr>
          </a:lstStyle>
          <a:p xmlns:a="http://schemas.openxmlformats.org/drawingml/2006/main">
            <a:endParaRPr/>
          </a:p>
        </p:txBody>
      </p:sp>
      <p:sp>
        <p:nvSpPr>
          <p:cNvPr id="24" name="Google Shape;24;p4">
            <a:extLst xmlns:a="http://schemas.openxmlformats.org/drawingml/2006/main">
              <a:ext uri="{FF2B5EF4-FFF2-40B4-BE49-F238E27FC236}">
                <a16:creationId xmlns:a16="http://schemas.microsoft.com/office/drawing/2014/main" id="{162B1513-7E1F-43F8-A5F1-209B4AE93381}"/>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25" name="Google Shape;25;p4">
            <a:extLst xmlns:a="http://schemas.openxmlformats.org/drawingml/2006/main">
              <a:ext uri="{FF2B5EF4-FFF2-40B4-BE49-F238E27FC236}">
                <a16:creationId xmlns:a16="http://schemas.microsoft.com/office/drawing/2014/main" id="{A80BA1DD-C539-41AE-A0C7-7EF8E5928604}"/>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26" name="Google Shape;26;p4">
            <a:extLst xmlns:a="http://schemas.openxmlformats.org/drawingml/2006/main">
              <a:ext uri="{FF2B5EF4-FFF2-40B4-BE49-F238E27FC236}">
                <a16:creationId xmlns:a16="http://schemas.microsoft.com/office/drawing/2014/main" id="{675B90E8-9A79-4B6A-B67D-65EF0FEEED42}"/>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28" name="Google Shape;28;p5">
            <a:extLst xmlns:a="http://schemas.openxmlformats.org/drawingml/2006/main">
              <a:ext uri="{FF2B5EF4-FFF2-40B4-BE49-F238E27FC236}">
                <a16:creationId xmlns:a16="http://schemas.microsoft.com/office/drawing/2014/main" id="{CD8DCCED-6C4F-410C-9A8A-48C63A59DC43}"/>
              </a:ext>
            </a:extLst>
          </p:cNvPr>
          <p:cNvSpPr>
            <a:spLocks xmlns:a="http://schemas.openxmlformats.org/drawingml/2006/main" noGrp="1"/>
          </p:cNvSpPr>
          <p:nvPr>
            <p:ph type="title" idx="0"/>
          </p:nvPr>
        </p:nvSpPr>
        <p:spPr>
          <a:xfrm xmlns:a="http://schemas.openxmlformats.org/drawingml/2006/main">
            <a:off x="722313" y="4406900"/>
            <a:ext cx="7772400" cy="13620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algn="l">
              <a:lnSpc>
                <a:spcPct val="100000"/>
              </a:lnSpc>
              <a:spcBef>
                <a:spcPts val="0"/>
              </a:spcBef>
              <a:spcAft>
                <a:spcPts val="0"/>
              </a:spcAft>
              <a:buClr>
                <a:schemeClr val="dk1"/>
              </a:buClr>
              <a:buSzPts val="4000"/>
              <a:buFont typeface="Calibri"/>
              <a:buNone/>
              <a:defRPr sz="4000" b="1" cap="none"/>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29" name="Google Shape;29;p5">
            <a:extLst xmlns:a="http://schemas.openxmlformats.org/drawingml/2006/main">
              <a:ext uri="{FF2B5EF4-FFF2-40B4-BE49-F238E27FC236}">
                <a16:creationId xmlns:a16="http://schemas.microsoft.com/office/drawing/2014/main" id="{1D019A84-96BB-4EC6-9A05-8C9FA869536F}"/>
              </a:ext>
            </a:extLst>
          </p:cNvPr>
          <p:cNvSpPr>
            <a:spLocks xmlns:a="http://schemas.openxmlformats.org/drawingml/2006/main" noGrp="1"/>
          </p:cNvSpPr>
          <p:nvPr>
            <p:ph type="body" idx="1"/>
          </p:nvPr>
        </p:nvSpPr>
        <p:spPr>
          <a:xfrm xmlns:a="http://schemas.openxmlformats.org/drawingml/2006/main">
            <a:off x="722313" y="2906713"/>
            <a:ext cx="7772400" cy="150018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100000"/>
              </a:lnSpc>
              <a:spcBef>
                <a:spcPts val="400"/>
              </a:spcBef>
              <a:spcAft>
                <a:spcPts val="0"/>
              </a:spcAft>
              <a:buClr>
                <a:srgbClr val="888888"/>
              </a:buClr>
              <a:buSzPts val="2000"/>
              <a:buNone/>
              <a:defRPr sz="2000">
                <a:solidFill>
                  <a:srgbClr val="888888"/>
                </a:solidFill>
              </a:defRPr>
            </a:lvl1pPr>
            <a:lvl2pPr marL="914400" indent="-228600" algn="l">
              <a:lnSpc>
                <a:spcPct val="100000"/>
              </a:lnSpc>
              <a:spcBef>
                <a:spcPts val="360"/>
              </a:spcBef>
              <a:spcAft>
                <a:spcPts val="0"/>
              </a:spcAft>
              <a:buClr>
                <a:srgbClr val="888888"/>
              </a:buClr>
              <a:buSzPts val="1800"/>
              <a:buNone/>
              <a:defRPr sz="1800">
                <a:solidFill>
                  <a:srgbClr val="888888"/>
                </a:solidFill>
              </a:defRPr>
            </a:lvl2pPr>
            <a:lvl3pPr marL="1371600" indent="-228600" algn="l">
              <a:lnSpc>
                <a:spcPct val="100000"/>
              </a:lnSpc>
              <a:spcBef>
                <a:spcPts val="320"/>
              </a:spcBef>
              <a:spcAft>
                <a:spcPts val="0"/>
              </a:spcAft>
              <a:buClr>
                <a:srgbClr val="888888"/>
              </a:buClr>
              <a:buSzPts val="1600"/>
              <a:buNone/>
              <a:defRPr sz="1600">
                <a:solidFill>
                  <a:srgbClr val="888888"/>
                </a:solidFill>
              </a:defRPr>
            </a:lvl3pPr>
            <a:lvl4pPr marL="1828800" indent="-228600" algn="l">
              <a:lnSpc>
                <a:spcPct val="100000"/>
              </a:lnSpc>
              <a:spcBef>
                <a:spcPts val="280"/>
              </a:spcBef>
              <a:spcAft>
                <a:spcPts val="0"/>
              </a:spcAft>
              <a:buClr>
                <a:srgbClr val="888888"/>
              </a:buClr>
              <a:buSzPts val="1400"/>
              <a:buNone/>
              <a:defRPr sz="1400">
                <a:solidFill>
                  <a:srgbClr val="888888"/>
                </a:solidFill>
              </a:defRPr>
            </a:lvl4pPr>
            <a:lvl5pPr marL="2286000" indent="-228600" algn="l">
              <a:lnSpc>
                <a:spcPct val="100000"/>
              </a:lnSpc>
              <a:spcBef>
                <a:spcPts val="280"/>
              </a:spcBef>
              <a:spcAft>
                <a:spcPts val="0"/>
              </a:spcAft>
              <a:buClr>
                <a:srgbClr val="888888"/>
              </a:buClr>
              <a:buSzPts val="1400"/>
              <a:buNone/>
              <a:defRPr sz="1400">
                <a:solidFill>
                  <a:srgbClr val="888888"/>
                </a:solidFill>
              </a:defRPr>
            </a:lvl5pPr>
            <a:lvl6pPr marL="2743200" indent="-228600" algn="l">
              <a:lnSpc>
                <a:spcPct val="100000"/>
              </a:lnSpc>
              <a:spcBef>
                <a:spcPts val="280"/>
              </a:spcBef>
              <a:spcAft>
                <a:spcPts val="0"/>
              </a:spcAft>
              <a:buClr>
                <a:srgbClr val="888888"/>
              </a:buClr>
              <a:buSzPts val="1400"/>
              <a:buNone/>
              <a:defRPr sz="1400">
                <a:solidFill>
                  <a:srgbClr val="888888"/>
                </a:solidFill>
              </a:defRPr>
            </a:lvl6pPr>
            <a:lvl7pPr marL="3200400" indent="-228600" algn="l">
              <a:lnSpc>
                <a:spcPct val="100000"/>
              </a:lnSpc>
              <a:spcBef>
                <a:spcPts val="280"/>
              </a:spcBef>
              <a:spcAft>
                <a:spcPts val="0"/>
              </a:spcAft>
              <a:buClr>
                <a:srgbClr val="888888"/>
              </a:buClr>
              <a:buSzPts val="1400"/>
              <a:buNone/>
              <a:defRPr sz="1400">
                <a:solidFill>
                  <a:srgbClr val="888888"/>
                </a:solidFill>
              </a:defRPr>
            </a:lvl7pPr>
            <a:lvl8pPr marL="3657600" indent="-228600" algn="l">
              <a:lnSpc>
                <a:spcPct val="100000"/>
              </a:lnSpc>
              <a:spcBef>
                <a:spcPts val="280"/>
              </a:spcBef>
              <a:spcAft>
                <a:spcPts val="0"/>
              </a:spcAft>
              <a:buClr>
                <a:srgbClr val="888888"/>
              </a:buClr>
              <a:buSzPts val="1400"/>
              <a:buNone/>
              <a:defRPr sz="1400">
                <a:solidFill>
                  <a:srgbClr val="888888"/>
                </a:solidFill>
              </a:defRPr>
            </a:lvl8pPr>
            <a:lvl9pPr marL="4114800" indent="-228600" algn="l">
              <a:lnSpc>
                <a:spcPct val="100000"/>
              </a:lnSpc>
              <a:spcBef>
                <a:spcPts val="280"/>
              </a:spcBef>
              <a:spcAft>
                <a:spcPts val="0"/>
              </a:spcAft>
              <a:buClr>
                <a:srgbClr val="888888"/>
              </a:buClr>
              <a:buSzPts val="1400"/>
              <a:buNone/>
              <a:defRPr sz="1400">
                <a:solidFill>
                  <a:srgbClr val="888888"/>
                </a:solidFill>
              </a:defRPr>
            </a:lvl9pPr>
          </a:lstStyle>
          <a:p xmlns:a="http://schemas.openxmlformats.org/drawingml/2006/main">
            <a:endParaRPr/>
          </a:p>
        </p:txBody>
      </p:sp>
      <p:sp>
        <p:nvSpPr>
          <p:cNvPr id="30" name="Google Shape;30;p5">
            <a:extLst xmlns:a="http://schemas.openxmlformats.org/drawingml/2006/main">
              <a:ext uri="{FF2B5EF4-FFF2-40B4-BE49-F238E27FC236}">
                <a16:creationId xmlns:a16="http://schemas.microsoft.com/office/drawing/2014/main" id="{08DB70E6-7A62-4B4C-B5AB-71EA5A3EC096}"/>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1" name="Google Shape;31;p5">
            <a:extLst xmlns:a="http://schemas.openxmlformats.org/drawingml/2006/main">
              <a:ext uri="{FF2B5EF4-FFF2-40B4-BE49-F238E27FC236}">
                <a16:creationId xmlns:a16="http://schemas.microsoft.com/office/drawing/2014/main" id="{4A185E17-F641-43C8-8652-5E88878BA183}"/>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2" name="Google Shape;32;p5">
            <a:extLst xmlns:a="http://schemas.openxmlformats.org/drawingml/2006/main">
              <a:ext uri="{FF2B5EF4-FFF2-40B4-BE49-F238E27FC236}">
                <a16:creationId xmlns:a16="http://schemas.microsoft.com/office/drawing/2014/main" id="{66ABE4FF-6D37-4670-9253-1824AFC03F8F}"/>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wo Content" type="twoObj">
  <p:cSld name="TWO_OBJECTS">
    <p:spTree>
      <p:nvGrpSpPr>
        <p:cNvPr id="1" name=""/>
        <p:cNvGrpSpPr/>
        <p:nvPr/>
      </p:nvGrpSpPr>
      <p:grpSpPr>
        <a:xfrm xmlns:a="http://schemas.openxmlformats.org/drawingml/2006/main"/>
      </p:grpSpPr>
      <p:sp>
        <p:nvSpPr>
          <p:cNvPr id="34" name="Google Shape;34;p6">
            <a:extLst xmlns:a="http://schemas.openxmlformats.org/drawingml/2006/main">
              <a:ext uri="{FF2B5EF4-FFF2-40B4-BE49-F238E27FC236}">
                <a16:creationId xmlns:a16="http://schemas.microsoft.com/office/drawing/2014/main" id="{534814F0-BEC4-461C-BD89-447A548E4E60}"/>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lnSpc>
                <a:spcPct val="10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5" name="Google Shape;35;p6">
            <a:extLst xmlns:a="http://schemas.openxmlformats.org/drawingml/2006/main">
              <a:ext uri="{FF2B5EF4-FFF2-40B4-BE49-F238E27FC236}">
                <a16:creationId xmlns:a16="http://schemas.microsoft.com/office/drawing/2014/main" id="{318B0FAC-0A6E-4E70-8B57-AB3F82E96C2F}"/>
              </a:ext>
            </a:extLst>
          </p:cNvPr>
          <p:cNvSpPr>
            <a:spLocks xmlns:a="http://schemas.openxmlformats.org/drawingml/2006/main" noGrp="1"/>
          </p:cNvSpPr>
          <p:nvPr>
            <p:ph type="body" idx="1"/>
          </p:nvPr>
        </p:nvSpPr>
        <p:spPr>
          <a:xfrm xmlns:a="http://schemas.openxmlformats.org/drawingml/2006/main">
            <a:off x="457200" y="1600200"/>
            <a:ext cx="4038600" cy="45259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06400" algn="l">
              <a:lnSpc>
                <a:spcPct val="100000"/>
              </a:lnSpc>
              <a:spcBef>
                <a:spcPts val="560"/>
              </a:spcBef>
              <a:spcAft>
                <a:spcPts val="0"/>
              </a:spcAft>
              <a:buClr>
                <a:schemeClr val="dk1"/>
              </a:buClr>
              <a:buSzPts val="2800"/>
              <a:buChar char="•"/>
              <a:defRPr sz="2800"/>
            </a:lvl1pPr>
            <a:lvl2pPr marL="914400" indent="-381000" algn="l">
              <a:lnSpc>
                <a:spcPct val="100000"/>
              </a:lnSpc>
              <a:spcBef>
                <a:spcPts val="480"/>
              </a:spcBef>
              <a:spcAft>
                <a:spcPts val="0"/>
              </a:spcAft>
              <a:buClr>
                <a:schemeClr val="dk1"/>
              </a:buClr>
              <a:buSzPts val="2400"/>
              <a:buChar char="–"/>
              <a:defRPr sz="2400"/>
            </a:lvl2pPr>
            <a:lvl3pPr marL="1371600" indent="-355600" algn="l">
              <a:lnSpc>
                <a:spcPct val="100000"/>
              </a:lnSpc>
              <a:spcBef>
                <a:spcPts val="400"/>
              </a:spcBef>
              <a:spcAft>
                <a:spcPts val="0"/>
              </a:spcAft>
              <a:buClr>
                <a:schemeClr val="dk1"/>
              </a:buClr>
              <a:buSzPts val="2000"/>
              <a:buChar char="•"/>
              <a:defRPr sz="2000"/>
            </a:lvl3pPr>
            <a:lvl4pPr marL="1828800" indent="-342900" algn="l">
              <a:lnSpc>
                <a:spcPct val="100000"/>
              </a:lnSpc>
              <a:spcBef>
                <a:spcPts val="360"/>
              </a:spcBef>
              <a:spcAft>
                <a:spcPts val="0"/>
              </a:spcAft>
              <a:buClr>
                <a:schemeClr val="dk1"/>
              </a:buClr>
              <a:buSzPts val="1800"/>
              <a:buChar char="–"/>
              <a:defRPr sz="1800"/>
            </a:lvl4pPr>
            <a:lvl5pPr marL="2286000" indent="-342900" algn="l">
              <a:lnSpc>
                <a:spcPct val="100000"/>
              </a:lnSpc>
              <a:spcBef>
                <a:spcPts val="360"/>
              </a:spcBef>
              <a:spcAft>
                <a:spcPts val="0"/>
              </a:spcAft>
              <a:buClr>
                <a:schemeClr val="dk1"/>
              </a:buClr>
              <a:buSzPts val="1800"/>
              <a:buChar char="»"/>
              <a:defRPr sz="1800"/>
            </a:lvl5pPr>
            <a:lvl6pPr marL="2743200" indent="-342900" algn="l">
              <a:lnSpc>
                <a:spcPct val="100000"/>
              </a:lnSpc>
              <a:spcBef>
                <a:spcPts val="360"/>
              </a:spcBef>
              <a:spcAft>
                <a:spcPts val="0"/>
              </a:spcAft>
              <a:buClr>
                <a:schemeClr val="dk1"/>
              </a:buClr>
              <a:buSzPts val="1800"/>
              <a:buChar char="•"/>
              <a:defRPr sz="1800"/>
            </a:lvl6pPr>
            <a:lvl7pPr marL="3200400" indent="-342900" algn="l">
              <a:lnSpc>
                <a:spcPct val="100000"/>
              </a:lnSpc>
              <a:spcBef>
                <a:spcPts val="360"/>
              </a:spcBef>
              <a:spcAft>
                <a:spcPts val="0"/>
              </a:spcAft>
              <a:buClr>
                <a:schemeClr val="dk1"/>
              </a:buClr>
              <a:buSzPts val="1800"/>
              <a:buChar char="•"/>
              <a:defRPr sz="1800"/>
            </a:lvl7pPr>
            <a:lvl8pPr marL="3657600" indent="-342900" algn="l">
              <a:lnSpc>
                <a:spcPct val="100000"/>
              </a:lnSpc>
              <a:spcBef>
                <a:spcPts val="360"/>
              </a:spcBef>
              <a:spcAft>
                <a:spcPts val="0"/>
              </a:spcAft>
              <a:buClr>
                <a:schemeClr val="dk1"/>
              </a:buClr>
              <a:buSzPts val="1800"/>
              <a:buChar char="•"/>
              <a:defRPr sz="1800"/>
            </a:lvl8pPr>
            <a:lvl9pPr marL="4114800" indent="-342900" algn="l">
              <a:lnSpc>
                <a:spcPct val="100000"/>
              </a:lnSpc>
              <a:spcBef>
                <a:spcPts val="360"/>
              </a:spcBef>
              <a:spcAft>
                <a:spcPts val="0"/>
              </a:spcAft>
              <a:buClr>
                <a:schemeClr val="dk1"/>
              </a:buClr>
              <a:buSzPts val="1800"/>
              <a:buChar char="•"/>
              <a:defRPr sz="1800"/>
            </a:lvl9pPr>
          </a:lstStyle>
          <a:p xmlns:a="http://schemas.openxmlformats.org/drawingml/2006/main">
            <a:endParaRPr/>
          </a:p>
        </p:txBody>
      </p:sp>
      <p:sp>
        <p:nvSpPr>
          <p:cNvPr id="36" name="Google Shape;36;p6">
            <a:extLst xmlns:a="http://schemas.openxmlformats.org/drawingml/2006/main">
              <a:ext uri="{FF2B5EF4-FFF2-40B4-BE49-F238E27FC236}">
                <a16:creationId xmlns:a16="http://schemas.microsoft.com/office/drawing/2014/main" id="{52202E9D-35FB-4E77-9BA9-2B34BAF2EB7B}"/>
              </a:ext>
            </a:extLst>
          </p:cNvPr>
          <p:cNvSpPr>
            <a:spLocks xmlns:a="http://schemas.openxmlformats.org/drawingml/2006/main" noGrp="1"/>
          </p:cNvSpPr>
          <p:nvPr>
            <p:ph type="body" idx="2"/>
          </p:nvPr>
        </p:nvSpPr>
        <p:spPr>
          <a:xfrm xmlns:a="http://schemas.openxmlformats.org/drawingml/2006/main">
            <a:off x="4648200" y="1600200"/>
            <a:ext cx="4038600" cy="45259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06400" algn="l">
              <a:lnSpc>
                <a:spcPct val="100000"/>
              </a:lnSpc>
              <a:spcBef>
                <a:spcPts val="560"/>
              </a:spcBef>
              <a:spcAft>
                <a:spcPts val="0"/>
              </a:spcAft>
              <a:buClr>
                <a:schemeClr val="dk1"/>
              </a:buClr>
              <a:buSzPts val="2800"/>
              <a:buChar char="•"/>
              <a:defRPr sz="2800"/>
            </a:lvl1pPr>
            <a:lvl2pPr marL="914400" indent="-381000" algn="l">
              <a:lnSpc>
                <a:spcPct val="100000"/>
              </a:lnSpc>
              <a:spcBef>
                <a:spcPts val="480"/>
              </a:spcBef>
              <a:spcAft>
                <a:spcPts val="0"/>
              </a:spcAft>
              <a:buClr>
                <a:schemeClr val="dk1"/>
              </a:buClr>
              <a:buSzPts val="2400"/>
              <a:buChar char="–"/>
              <a:defRPr sz="2400"/>
            </a:lvl2pPr>
            <a:lvl3pPr marL="1371600" indent="-355600" algn="l">
              <a:lnSpc>
                <a:spcPct val="100000"/>
              </a:lnSpc>
              <a:spcBef>
                <a:spcPts val="400"/>
              </a:spcBef>
              <a:spcAft>
                <a:spcPts val="0"/>
              </a:spcAft>
              <a:buClr>
                <a:schemeClr val="dk1"/>
              </a:buClr>
              <a:buSzPts val="2000"/>
              <a:buChar char="•"/>
              <a:defRPr sz="2000"/>
            </a:lvl3pPr>
            <a:lvl4pPr marL="1828800" indent="-342900" algn="l">
              <a:lnSpc>
                <a:spcPct val="100000"/>
              </a:lnSpc>
              <a:spcBef>
                <a:spcPts val="360"/>
              </a:spcBef>
              <a:spcAft>
                <a:spcPts val="0"/>
              </a:spcAft>
              <a:buClr>
                <a:schemeClr val="dk1"/>
              </a:buClr>
              <a:buSzPts val="1800"/>
              <a:buChar char="–"/>
              <a:defRPr sz="1800"/>
            </a:lvl4pPr>
            <a:lvl5pPr marL="2286000" indent="-342900" algn="l">
              <a:lnSpc>
                <a:spcPct val="100000"/>
              </a:lnSpc>
              <a:spcBef>
                <a:spcPts val="360"/>
              </a:spcBef>
              <a:spcAft>
                <a:spcPts val="0"/>
              </a:spcAft>
              <a:buClr>
                <a:schemeClr val="dk1"/>
              </a:buClr>
              <a:buSzPts val="1800"/>
              <a:buChar char="»"/>
              <a:defRPr sz="1800"/>
            </a:lvl5pPr>
            <a:lvl6pPr marL="2743200" indent="-342900" algn="l">
              <a:lnSpc>
                <a:spcPct val="100000"/>
              </a:lnSpc>
              <a:spcBef>
                <a:spcPts val="360"/>
              </a:spcBef>
              <a:spcAft>
                <a:spcPts val="0"/>
              </a:spcAft>
              <a:buClr>
                <a:schemeClr val="dk1"/>
              </a:buClr>
              <a:buSzPts val="1800"/>
              <a:buChar char="•"/>
              <a:defRPr sz="1800"/>
            </a:lvl6pPr>
            <a:lvl7pPr marL="3200400" indent="-342900" algn="l">
              <a:lnSpc>
                <a:spcPct val="100000"/>
              </a:lnSpc>
              <a:spcBef>
                <a:spcPts val="360"/>
              </a:spcBef>
              <a:spcAft>
                <a:spcPts val="0"/>
              </a:spcAft>
              <a:buClr>
                <a:schemeClr val="dk1"/>
              </a:buClr>
              <a:buSzPts val="1800"/>
              <a:buChar char="•"/>
              <a:defRPr sz="1800"/>
            </a:lvl7pPr>
            <a:lvl8pPr marL="3657600" indent="-342900" algn="l">
              <a:lnSpc>
                <a:spcPct val="100000"/>
              </a:lnSpc>
              <a:spcBef>
                <a:spcPts val="360"/>
              </a:spcBef>
              <a:spcAft>
                <a:spcPts val="0"/>
              </a:spcAft>
              <a:buClr>
                <a:schemeClr val="dk1"/>
              </a:buClr>
              <a:buSzPts val="1800"/>
              <a:buChar char="•"/>
              <a:defRPr sz="1800"/>
            </a:lvl8pPr>
            <a:lvl9pPr marL="4114800" indent="-342900" algn="l">
              <a:lnSpc>
                <a:spcPct val="100000"/>
              </a:lnSpc>
              <a:spcBef>
                <a:spcPts val="360"/>
              </a:spcBef>
              <a:spcAft>
                <a:spcPts val="0"/>
              </a:spcAft>
              <a:buClr>
                <a:schemeClr val="dk1"/>
              </a:buClr>
              <a:buSzPts val="1800"/>
              <a:buChar char="•"/>
              <a:defRPr sz="1800"/>
            </a:lvl9pPr>
          </a:lstStyle>
          <a:p xmlns:a="http://schemas.openxmlformats.org/drawingml/2006/main">
            <a:endParaRPr/>
          </a:p>
        </p:txBody>
      </p:sp>
      <p:sp>
        <p:nvSpPr>
          <p:cNvPr id="37" name="Google Shape;37;p6">
            <a:extLst xmlns:a="http://schemas.openxmlformats.org/drawingml/2006/main">
              <a:ext uri="{FF2B5EF4-FFF2-40B4-BE49-F238E27FC236}">
                <a16:creationId xmlns:a16="http://schemas.microsoft.com/office/drawing/2014/main" id="{5D3CC808-DF3E-48DB-A6C1-B52E0E944AC9}"/>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8" name="Google Shape;38;p6">
            <a:extLst xmlns:a="http://schemas.openxmlformats.org/drawingml/2006/main">
              <a:ext uri="{FF2B5EF4-FFF2-40B4-BE49-F238E27FC236}">
                <a16:creationId xmlns:a16="http://schemas.microsoft.com/office/drawing/2014/main" id="{5CD45BCD-E47C-442F-BB7E-9B55D95426B1}"/>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39" name="Google Shape;39;p6">
            <a:extLst xmlns:a="http://schemas.openxmlformats.org/drawingml/2006/main">
              <a:ext uri="{FF2B5EF4-FFF2-40B4-BE49-F238E27FC236}">
                <a16:creationId xmlns:a16="http://schemas.microsoft.com/office/drawing/2014/main" id="{F01E5BC2-0E83-4BD4-BACD-193240644F05}"/>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Comparison" type="twoTxTwoObj">
  <p:cSld name="TWO_OBJECTS_WITH_TEXT">
    <p:spTree>
      <p:nvGrpSpPr>
        <p:cNvPr id="1" name=""/>
        <p:cNvGrpSpPr/>
        <p:nvPr/>
      </p:nvGrpSpPr>
      <p:grpSpPr>
        <a:xfrm xmlns:a="http://schemas.openxmlformats.org/drawingml/2006/main"/>
      </p:grpSpPr>
      <p:sp>
        <p:nvSpPr>
          <p:cNvPr id="41" name="Google Shape;41;p7">
            <a:extLst xmlns:a="http://schemas.openxmlformats.org/drawingml/2006/main">
              <a:ext uri="{FF2B5EF4-FFF2-40B4-BE49-F238E27FC236}">
                <a16:creationId xmlns:a16="http://schemas.microsoft.com/office/drawing/2014/main" id="{DB8C0CE9-8D4B-4BC8-BCF8-A1B9EE8FBB56}"/>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lnSpc>
                <a:spcPct val="100000"/>
              </a:lnSpc>
              <a:spcBef>
                <a:spcPts val="0"/>
              </a:spcBef>
              <a:spcAft>
                <a:spcPts val="0"/>
              </a:spcAft>
              <a:buClr>
                <a:schemeClr val="dk1"/>
              </a:buClr>
              <a:buSzPts val="4400"/>
              <a:buFont typeface="Calibri"/>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42" name="Google Shape;42;p7">
            <a:extLst xmlns:a="http://schemas.openxmlformats.org/drawingml/2006/main">
              <a:ext uri="{FF2B5EF4-FFF2-40B4-BE49-F238E27FC236}">
                <a16:creationId xmlns:a16="http://schemas.microsoft.com/office/drawing/2014/main" id="{72B2C5C8-7D46-4250-8746-750E150E38D5}"/>
              </a:ext>
            </a:extLst>
          </p:cNvPr>
          <p:cNvSpPr>
            <a:spLocks xmlns:a="http://schemas.openxmlformats.org/drawingml/2006/main" noGrp="1"/>
          </p:cNvSpPr>
          <p:nvPr>
            <p:ph type="body" idx="1"/>
          </p:nvPr>
        </p:nvSpPr>
        <p:spPr>
          <a:xfrm xmlns:a="http://schemas.openxmlformats.org/drawingml/2006/main">
            <a:off x="457200" y="1535113"/>
            <a:ext cx="4040188" cy="6397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100000"/>
              </a:lnSpc>
              <a:spcBef>
                <a:spcPts val="480"/>
              </a:spcBef>
              <a:spcAft>
                <a:spcPts val="0"/>
              </a:spcAft>
              <a:buClr>
                <a:schemeClr val="dk1"/>
              </a:buClr>
              <a:buSzPts val="2400"/>
              <a:buNone/>
              <a:defRPr sz="2400" b="1"/>
            </a:lvl1pPr>
            <a:lvl2pPr marL="914400" indent="-228600" algn="l">
              <a:lnSpc>
                <a:spcPct val="100000"/>
              </a:lnSpc>
              <a:spcBef>
                <a:spcPts val="400"/>
              </a:spcBef>
              <a:spcAft>
                <a:spcPts val="0"/>
              </a:spcAft>
              <a:buClr>
                <a:schemeClr val="dk1"/>
              </a:buClr>
              <a:buSzPts val="2000"/>
              <a:buNone/>
              <a:defRPr sz="2000" b="1"/>
            </a:lvl2pPr>
            <a:lvl3pPr marL="1371600" indent="-228600" algn="l">
              <a:lnSpc>
                <a:spcPct val="100000"/>
              </a:lnSpc>
              <a:spcBef>
                <a:spcPts val="360"/>
              </a:spcBef>
              <a:spcAft>
                <a:spcPts val="0"/>
              </a:spcAft>
              <a:buClr>
                <a:schemeClr val="dk1"/>
              </a:buClr>
              <a:buSzPts val="1800"/>
              <a:buNone/>
              <a:defRPr sz="1800" b="1"/>
            </a:lvl3pPr>
            <a:lvl4pPr marL="1828800" indent="-228600" algn="l">
              <a:lnSpc>
                <a:spcPct val="100000"/>
              </a:lnSpc>
              <a:spcBef>
                <a:spcPts val="320"/>
              </a:spcBef>
              <a:spcAft>
                <a:spcPts val="0"/>
              </a:spcAft>
              <a:buClr>
                <a:schemeClr val="dk1"/>
              </a:buClr>
              <a:buSzPts val="1600"/>
              <a:buNone/>
              <a:defRPr sz="1600" b="1"/>
            </a:lvl4pPr>
            <a:lvl5pPr marL="2286000" indent="-228600" algn="l">
              <a:lnSpc>
                <a:spcPct val="100000"/>
              </a:lnSpc>
              <a:spcBef>
                <a:spcPts val="320"/>
              </a:spcBef>
              <a:spcAft>
                <a:spcPts val="0"/>
              </a:spcAft>
              <a:buClr>
                <a:schemeClr val="dk1"/>
              </a:buClr>
              <a:buSzPts val="1600"/>
              <a:buNone/>
              <a:defRPr sz="1600" b="1"/>
            </a:lvl5pPr>
            <a:lvl6pPr marL="2743200" indent="-228600" algn="l">
              <a:lnSpc>
                <a:spcPct val="100000"/>
              </a:lnSpc>
              <a:spcBef>
                <a:spcPts val="320"/>
              </a:spcBef>
              <a:spcAft>
                <a:spcPts val="0"/>
              </a:spcAft>
              <a:buClr>
                <a:schemeClr val="dk1"/>
              </a:buClr>
              <a:buSzPts val="1600"/>
              <a:buNone/>
              <a:defRPr sz="1600" b="1"/>
            </a:lvl6pPr>
            <a:lvl7pPr marL="3200400" indent="-228600" algn="l">
              <a:lnSpc>
                <a:spcPct val="100000"/>
              </a:lnSpc>
              <a:spcBef>
                <a:spcPts val="320"/>
              </a:spcBef>
              <a:spcAft>
                <a:spcPts val="0"/>
              </a:spcAft>
              <a:buClr>
                <a:schemeClr val="dk1"/>
              </a:buClr>
              <a:buSzPts val="1600"/>
              <a:buNone/>
              <a:defRPr sz="1600" b="1"/>
            </a:lvl7pPr>
            <a:lvl8pPr marL="3657600" indent="-228600" algn="l">
              <a:lnSpc>
                <a:spcPct val="100000"/>
              </a:lnSpc>
              <a:spcBef>
                <a:spcPts val="320"/>
              </a:spcBef>
              <a:spcAft>
                <a:spcPts val="0"/>
              </a:spcAft>
              <a:buClr>
                <a:schemeClr val="dk1"/>
              </a:buClr>
              <a:buSzPts val="1600"/>
              <a:buNone/>
              <a:defRPr sz="1600" b="1"/>
            </a:lvl8pPr>
            <a:lvl9pPr marL="4114800" indent="-228600" algn="l">
              <a:lnSpc>
                <a:spcPct val="100000"/>
              </a:lnSpc>
              <a:spcBef>
                <a:spcPts val="320"/>
              </a:spcBef>
              <a:spcAft>
                <a:spcPts val="0"/>
              </a:spcAft>
              <a:buClr>
                <a:schemeClr val="dk1"/>
              </a:buClr>
              <a:buSzPts val="1600"/>
              <a:buNone/>
              <a:defRPr sz="1600" b="1"/>
            </a:lvl9pPr>
          </a:lstStyle>
          <a:p xmlns:a="http://schemas.openxmlformats.org/drawingml/2006/main">
            <a:endParaRPr/>
          </a:p>
        </p:txBody>
      </p:sp>
      <p:sp>
        <p:nvSpPr>
          <p:cNvPr id="43" name="Google Shape;43;p7">
            <a:extLst xmlns:a="http://schemas.openxmlformats.org/drawingml/2006/main">
              <a:ext uri="{FF2B5EF4-FFF2-40B4-BE49-F238E27FC236}">
                <a16:creationId xmlns:a16="http://schemas.microsoft.com/office/drawing/2014/main" id="{9E85196B-BD17-416B-8F25-57BAF87625B0}"/>
              </a:ext>
            </a:extLst>
          </p:cNvPr>
          <p:cNvSpPr>
            <a:spLocks xmlns:a="http://schemas.openxmlformats.org/drawingml/2006/main" noGrp="1"/>
          </p:cNvSpPr>
          <p:nvPr>
            <p:ph type="body" idx="2"/>
          </p:nvPr>
        </p:nvSpPr>
        <p:spPr>
          <a:xfrm xmlns:a="http://schemas.openxmlformats.org/drawingml/2006/main">
            <a:off x="457200" y="2174875"/>
            <a:ext cx="4040188" cy="39512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81000" algn="l">
              <a:lnSpc>
                <a:spcPct val="100000"/>
              </a:lnSpc>
              <a:spcBef>
                <a:spcPts val="480"/>
              </a:spcBef>
              <a:spcAft>
                <a:spcPts val="0"/>
              </a:spcAft>
              <a:buClr>
                <a:schemeClr val="dk1"/>
              </a:buClr>
              <a:buSzPts val="2400"/>
              <a:buChar char="•"/>
              <a:defRPr sz="2400"/>
            </a:lvl1pPr>
            <a:lvl2pPr marL="914400" indent="-355600" algn="l">
              <a:lnSpc>
                <a:spcPct val="100000"/>
              </a:lnSpc>
              <a:spcBef>
                <a:spcPts val="400"/>
              </a:spcBef>
              <a:spcAft>
                <a:spcPts val="0"/>
              </a:spcAft>
              <a:buClr>
                <a:schemeClr val="dk1"/>
              </a:buClr>
              <a:buSzPts val="2000"/>
              <a:buChar char="–"/>
              <a:defRPr sz="2000"/>
            </a:lvl2pPr>
            <a:lvl3pPr marL="1371600" indent="-342900" algn="l">
              <a:lnSpc>
                <a:spcPct val="100000"/>
              </a:lnSpc>
              <a:spcBef>
                <a:spcPts val="360"/>
              </a:spcBef>
              <a:spcAft>
                <a:spcPts val="0"/>
              </a:spcAft>
              <a:buClr>
                <a:schemeClr val="dk1"/>
              </a:buClr>
              <a:buSzPts val="1800"/>
              <a:buChar char="•"/>
              <a:defRPr sz="1800"/>
            </a:lvl3pPr>
            <a:lvl4pPr marL="1828800" indent="-330200" algn="l">
              <a:lnSpc>
                <a:spcPct val="100000"/>
              </a:lnSpc>
              <a:spcBef>
                <a:spcPts val="320"/>
              </a:spcBef>
              <a:spcAft>
                <a:spcPts val="0"/>
              </a:spcAft>
              <a:buClr>
                <a:schemeClr val="dk1"/>
              </a:buClr>
              <a:buSzPts val="1600"/>
              <a:buChar char="–"/>
              <a:defRPr sz="1600"/>
            </a:lvl4pPr>
            <a:lvl5pPr marL="2286000" indent="-330200" algn="l">
              <a:lnSpc>
                <a:spcPct val="100000"/>
              </a:lnSpc>
              <a:spcBef>
                <a:spcPts val="320"/>
              </a:spcBef>
              <a:spcAft>
                <a:spcPts val="0"/>
              </a:spcAft>
              <a:buClr>
                <a:schemeClr val="dk1"/>
              </a:buClr>
              <a:buSzPts val="1600"/>
              <a:buChar char="»"/>
              <a:defRPr sz="1600"/>
            </a:lvl5pPr>
            <a:lvl6pPr marL="2743200" indent="-330200" algn="l">
              <a:lnSpc>
                <a:spcPct val="100000"/>
              </a:lnSpc>
              <a:spcBef>
                <a:spcPts val="320"/>
              </a:spcBef>
              <a:spcAft>
                <a:spcPts val="0"/>
              </a:spcAft>
              <a:buClr>
                <a:schemeClr val="dk1"/>
              </a:buClr>
              <a:buSzPts val="1600"/>
              <a:buChar char="•"/>
              <a:defRPr sz="1600"/>
            </a:lvl6pPr>
            <a:lvl7pPr marL="3200400" indent="-330200" algn="l">
              <a:lnSpc>
                <a:spcPct val="100000"/>
              </a:lnSpc>
              <a:spcBef>
                <a:spcPts val="320"/>
              </a:spcBef>
              <a:spcAft>
                <a:spcPts val="0"/>
              </a:spcAft>
              <a:buClr>
                <a:schemeClr val="dk1"/>
              </a:buClr>
              <a:buSzPts val="1600"/>
              <a:buChar char="•"/>
              <a:defRPr sz="1600"/>
            </a:lvl7pPr>
            <a:lvl8pPr marL="3657600" indent="-330200" algn="l">
              <a:lnSpc>
                <a:spcPct val="100000"/>
              </a:lnSpc>
              <a:spcBef>
                <a:spcPts val="320"/>
              </a:spcBef>
              <a:spcAft>
                <a:spcPts val="0"/>
              </a:spcAft>
              <a:buClr>
                <a:schemeClr val="dk1"/>
              </a:buClr>
              <a:buSzPts val="1600"/>
              <a:buChar char="•"/>
              <a:defRPr sz="1600"/>
            </a:lvl8pPr>
            <a:lvl9pPr marL="4114800" indent="-330200" algn="l">
              <a:lnSpc>
                <a:spcPct val="100000"/>
              </a:lnSpc>
              <a:spcBef>
                <a:spcPts val="320"/>
              </a:spcBef>
              <a:spcAft>
                <a:spcPts val="0"/>
              </a:spcAft>
              <a:buClr>
                <a:schemeClr val="dk1"/>
              </a:buClr>
              <a:buSzPts val="1600"/>
              <a:buChar char="•"/>
              <a:defRPr sz="1600"/>
            </a:lvl9pPr>
          </a:lstStyle>
          <a:p xmlns:a="http://schemas.openxmlformats.org/drawingml/2006/main">
            <a:endParaRPr/>
          </a:p>
        </p:txBody>
      </p:sp>
      <p:sp>
        <p:nvSpPr>
          <p:cNvPr id="44" name="Google Shape;44;p7">
            <a:extLst xmlns:a="http://schemas.openxmlformats.org/drawingml/2006/main">
              <a:ext uri="{FF2B5EF4-FFF2-40B4-BE49-F238E27FC236}">
                <a16:creationId xmlns:a16="http://schemas.microsoft.com/office/drawing/2014/main" id="{0F99C658-EE77-4D67-A883-EDEF5E994321}"/>
              </a:ext>
            </a:extLst>
          </p:cNvPr>
          <p:cNvSpPr>
            <a:spLocks xmlns:a="http://schemas.openxmlformats.org/drawingml/2006/main" noGrp="1"/>
          </p:cNvSpPr>
          <p:nvPr>
            <p:ph type="body" idx="3"/>
          </p:nvPr>
        </p:nvSpPr>
        <p:spPr>
          <a:xfrm xmlns:a="http://schemas.openxmlformats.org/drawingml/2006/main">
            <a:off x="4645025" y="1535113"/>
            <a:ext cx="4041775" cy="6397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100000"/>
              </a:lnSpc>
              <a:spcBef>
                <a:spcPts val="480"/>
              </a:spcBef>
              <a:spcAft>
                <a:spcPts val="0"/>
              </a:spcAft>
              <a:buClr>
                <a:schemeClr val="dk1"/>
              </a:buClr>
              <a:buSzPts val="2400"/>
              <a:buNone/>
              <a:defRPr sz="2400" b="1"/>
            </a:lvl1pPr>
            <a:lvl2pPr marL="914400" indent="-228600" algn="l">
              <a:lnSpc>
                <a:spcPct val="100000"/>
              </a:lnSpc>
              <a:spcBef>
                <a:spcPts val="400"/>
              </a:spcBef>
              <a:spcAft>
                <a:spcPts val="0"/>
              </a:spcAft>
              <a:buClr>
                <a:schemeClr val="dk1"/>
              </a:buClr>
              <a:buSzPts val="2000"/>
              <a:buNone/>
              <a:defRPr sz="2000" b="1"/>
            </a:lvl2pPr>
            <a:lvl3pPr marL="1371600" indent="-228600" algn="l">
              <a:lnSpc>
                <a:spcPct val="100000"/>
              </a:lnSpc>
              <a:spcBef>
                <a:spcPts val="360"/>
              </a:spcBef>
              <a:spcAft>
                <a:spcPts val="0"/>
              </a:spcAft>
              <a:buClr>
                <a:schemeClr val="dk1"/>
              </a:buClr>
              <a:buSzPts val="1800"/>
              <a:buNone/>
              <a:defRPr sz="1800" b="1"/>
            </a:lvl3pPr>
            <a:lvl4pPr marL="1828800" indent="-228600" algn="l">
              <a:lnSpc>
                <a:spcPct val="100000"/>
              </a:lnSpc>
              <a:spcBef>
                <a:spcPts val="320"/>
              </a:spcBef>
              <a:spcAft>
                <a:spcPts val="0"/>
              </a:spcAft>
              <a:buClr>
                <a:schemeClr val="dk1"/>
              </a:buClr>
              <a:buSzPts val="1600"/>
              <a:buNone/>
              <a:defRPr sz="1600" b="1"/>
            </a:lvl4pPr>
            <a:lvl5pPr marL="2286000" indent="-228600" algn="l">
              <a:lnSpc>
                <a:spcPct val="100000"/>
              </a:lnSpc>
              <a:spcBef>
                <a:spcPts val="320"/>
              </a:spcBef>
              <a:spcAft>
                <a:spcPts val="0"/>
              </a:spcAft>
              <a:buClr>
                <a:schemeClr val="dk1"/>
              </a:buClr>
              <a:buSzPts val="1600"/>
              <a:buNone/>
              <a:defRPr sz="1600" b="1"/>
            </a:lvl5pPr>
            <a:lvl6pPr marL="2743200" indent="-228600" algn="l">
              <a:lnSpc>
                <a:spcPct val="100000"/>
              </a:lnSpc>
              <a:spcBef>
                <a:spcPts val="320"/>
              </a:spcBef>
              <a:spcAft>
                <a:spcPts val="0"/>
              </a:spcAft>
              <a:buClr>
                <a:schemeClr val="dk1"/>
              </a:buClr>
              <a:buSzPts val="1600"/>
              <a:buNone/>
              <a:defRPr sz="1600" b="1"/>
            </a:lvl6pPr>
            <a:lvl7pPr marL="3200400" indent="-228600" algn="l">
              <a:lnSpc>
                <a:spcPct val="100000"/>
              </a:lnSpc>
              <a:spcBef>
                <a:spcPts val="320"/>
              </a:spcBef>
              <a:spcAft>
                <a:spcPts val="0"/>
              </a:spcAft>
              <a:buClr>
                <a:schemeClr val="dk1"/>
              </a:buClr>
              <a:buSzPts val="1600"/>
              <a:buNone/>
              <a:defRPr sz="1600" b="1"/>
            </a:lvl7pPr>
            <a:lvl8pPr marL="3657600" indent="-228600" algn="l">
              <a:lnSpc>
                <a:spcPct val="100000"/>
              </a:lnSpc>
              <a:spcBef>
                <a:spcPts val="320"/>
              </a:spcBef>
              <a:spcAft>
                <a:spcPts val="0"/>
              </a:spcAft>
              <a:buClr>
                <a:schemeClr val="dk1"/>
              </a:buClr>
              <a:buSzPts val="1600"/>
              <a:buNone/>
              <a:defRPr sz="1600" b="1"/>
            </a:lvl8pPr>
            <a:lvl9pPr marL="4114800" indent="-228600" algn="l">
              <a:lnSpc>
                <a:spcPct val="100000"/>
              </a:lnSpc>
              <a:spcBef>
                <a:spcPts val="320"/>
              </a:spcBef>
              <a:spcAft>
                <a:spcPts val="0"/>
              </a:spcAft>
              <a:buClr>
                <a:schemeClr val="dk1"/>
              </a:buClr>
              <a:buSzPts val="1600"/>
              <a:buNone/>
              <a:defRPr sz="1600" b="1"/>
            </a:lvl9pPr>
          </a:lstStyle>
          <a:p xmlns:a="http://schemas.openxmlformats.org/drawingml/2006/main">
            <a:endParaRPr/>
          </a:p>
        </p:txBody>
      </p:sp>
      <p:sp>
        <p:nvSpPr>
          <p:cNvPr id="45" name="Google Shape;45;p7">
            <a:extLst xmlns:a="http://schemas.openxmlformats.org/drawingml/2006/main">
              <a:ext uri="{FF2B5EF4-FFF2-40B4-BE49-F238E27FC236}">
                <a16:creationId xmlns:a16="http://schemas.microsoft.com/office/drawing/2014/main" id="{F108A0F9-3540-4A8F-98EF-6857F28E584F}"/>
              </a:ext>
            </a:extLst>
          </p:cNvPr>
          <p:cNvSpPr>
            <a:spLocks xmlns:a="http://schemas.openxmlformats.org/drawingml/2006/main" noGrp="1"/>
          </p:cNvSpPr>
          <p:nvPr>
            <p:ph type="body" idx="4"/>
          </p:nvPr>
        </p:nvSpPr>
        <p:spPr>
          <a:xfrm xmlns:a="http://schemas.openxmlformats.org/drawingml/2006/main">
            <a:off x="4645025" y="2174875"/>
            <a:ext cx="4041775" cy="39512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81000" algn="l">
              <a:lnSpc>
                <a:spcPct val="100000"/>
              </a:lnSpc>
              <a:spcBef>
                <a:spcPts val="480"/>
              </a:spcBef>
              <a:spcAft>
                <a:spcPts val="0"/>
              </a:spcAft>
              <a:buClr>
                <a:schemeClr val="dk1"/>
              </a:buClr>
              <a:buSzPts val="2400"/>
              <a:buChar char="•"/>
              <a:defRPr sz="2400"/>
            </a:lvl1pPr>
            <a:lvl2pPr marL="914400" indent="-355600" algn="l">
              <a:lnSpc>
                <a:spcPct val="100000"/>
              </a:lnSpc>
              <a:spcBef>
                <a:spcPts val="400"/>
              </a:spcBef>
              <a:spcAft>
                <a:spcPts val="0"/>
              </a:spcAft>
              <a:buClr>
                <a:schemeClr val="dk1"/>
              </a:buClr>
              <a:buSzPts val="2000"/>
              <a:buChar char="–"/>
              <a:defRPr sz="2000"/>
            </a:lvl2pPr>
            <a:lvl3pPr marL="1371600" indent="-342900" algn="l">
              <a:lnSpc>
                <a:spcPct val="100000"/>
              </a:lnSpc>
              <a:spcBef>
                <a:spcPts val="360"/>
              </a:spcBef>
              <a:spcAft>
                <a:spcPts val="0"/>
              </a:spcAft>
              <a:buClr>
                <a:schemeClr val="dk1"/>
              </a:buClr>
              <a:buSzPts val="1800"/>
              <a:buChar char="•"/>
              <a:defRPr sz="1800"/>
            </a:lvl3pPr>
            <a:lvl4pPr marL="1828800" indent="-330200" algn="l">
              <a:lnSpc>
                <a:spcPct val="100000"/>
              </a:lnSpc>
              <a:spcBef>
                <a:spcPts val="320"/>
              </a:spcBef>
              <a:spcAft>
                <a:spcPts val="0"/>
              </a:spcAft>
              <a:buClr>
                <a:schemeClr val="dk1"/>
              </a:buClr>
              <a:buSzPts val="1600"/>
              <a:buChar char="–"/>
              <a:defRPr sz="1600"/>
            </a:lvl4pPr>
            <a:lvl5pPr marL="2286000" indent="-330200" algn="l">
              <a:lnSpc>
                <a:spcPct val="100000"/>
              </a:lnSpc>
              <a:spcBef>
                <a:spcPts val="320"/>
              </a:spcBef>
              <a:spcAft>
                <a:spcPts val="0"/>
              </a:spcAft>
              <a:buClr>
                <a:schemeClr val="dk1"/>
              </a:buClr>
              <a:buSzPts val="1600"/>
              <a:buChar char="»"/>
              <a:defRPr sz="1600"/>
            </a:lvl5pPr>
            <a:lvl6pPr marL="2743200" indent="-330200" algn="l">
              <a:lnSpc>
                <a:spcPct val="100000"/>
              </a:lnSpc>
              <a:spcBef>
                <a:spcPts val="320"/>
              </a:spcBef>
              <a:spcAft>
                <a:spcPts val="0"/>
              </a:spcAft>
              <a:buClr>
                <a:schemeClr val="dk1"/>
              </a:buClr>
              <a:buSzPts val="1600"/>
              <a:buChar char="•"/>
              <a:defRPr sz="1600"/>
            </a:lvl6pPr>
            <a:lvl7pPr marL="3200400" indent="-330200" algn="l">
              <a:lnSpc>
                <a:spcPct val="100000"/>
              </a:lnSpc>
              <a:spcBef>
                <a:spcPts val="320"/>
              </a:spcBef>
              <a:spcAft>
                <a:spcPts val="0"/>
              </a:spcAft>
              <a:buClr>
                <a:schemeClr val="dk1"/>
              </a:buClr>
              <a:buSzPts val="1600"/>
              <a:buChar char="•"/>
              <a:defRPr sz="1600"/>
            </a:lvl7pPr>
            <a:lvl8pPr marL="3657600" indent="-330200" algn="l">
              <a:lnSpc>
                <a:spcPct val="100000"/>
              </a:lnSpc>
              <a:spcBef>
                <a:spcPts val="320"/>
              </a:spcBef>
              <a:spcAft>
                <a:spcPts val="0"/>
              </a:spcAft>
              <a:buClr>
                <a:schemeClr val="dk1"/>
              </a:buClr>
              <a:buSzPts val="1600"/>
              <a:buChar char="•"/>
              <a:defRPr sz="1600"/>
            </a:lvl8pPr>
            <a:lvl9pPr marL="4114800" indent="-330200" algn="l">
              <a:lnSpc>
                <a:spcPct val="100000"/>
              </a:lnSpc>
              <a:spcBef>
                <a:spcPts val="320"/>
              </a:spcBef>
              <a:spcAft>
                <a:spcPts val="0"/>
              </a:spcAft>
              <a:buClr>
                <a:schemeClr val="dk1"/>
              </a:buClr>
              <a:buSzPts val="1600"/>
              <a:buChar char="•"/>
              <a:defRPr sz="1600"/>
            </a:lvl9pPr>
          </a:lstStyle>
          <a:p xmlns:a="http://schemas.openxmlformats.org/drawingml/2006/main">
            <a:endParaRPr/>
          </a:p>
        </p:txBody>
      </p:sp>
      <p:sp>
        <p:nvSpPr>
          <p:cNvPr id="46" name="Google Shape;46;p7">
            <a:extLst xmlns:a="http://schemas.openxmlformats.org/drawingml/2006/main">
              <a:ext uri="{FF2B5EF4-FFF2-40B4-BE49-F238E27FC236}">
                <a16:creationId xmlns:a16="http://schemas.microsoft.com/office/drawing/2014/main" id="{C21D7C1F-871E-4290-899D-D6219F7A29D9}"/>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47" name="Google Shape;47;p7">
            <a:extLst xmlns:a="http://schemas.openxmlformats.org/drawingml/2006/main">
              <a:ext uri="{FF2B5EF4-FFF2-40B4-BE49-F238E27FC236}">
                <a16:creationId xmlns:a16="http://schemas.microsoft.com/office/drawing/2014/main" id="{C7B26269-1BDF-4C7E-97CE-B064704ED65A}"/>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48" name="Google Shape;48;p7">
            <a:extLst xmlns:a="http://schemas.openxmlformats.org/drawingml/2006/main">
              <a:ext uri="{FF2B5EF4-FFF2-40B4-BE49-F238E27FC236}">
                <a16:creationId xmlns:a16="http://schemas.microsoft.com/office/drawing/2014/main" id="{893F032F-FFEB-4ED0-B44D-E7059FF99590}"/>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50" name="Google Shape;50;p8">
            <a:extLst xmlns:a="http://schemas.openxmlformats.org/drawingml/2006/main">
              <a:ext uri="{FF2B5EF4-FFF2-40B4-BE49-F238E27FC236}">
                <a16:creationId xmlns:a16="http://schemas.microsoft.com/office/drawing/2014/main" id="{6055BD97-E313-4F79-9C3B-00A7660716F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lnSpc>
                <a:spcPct val="10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51" name="Google Shape;51;p8">
            <a:extLst xmlns:a="http://schemas.openxmlformats.org/drawingml/2006/main">
              <a:ext uri="{FF2B5EF4-FFF2-40B4-BE49-F238E27FC236}">
                <a16:creationId xmlns:a16="http://schemas.microsoft.com/office/drawing/2014/main" id="{3182D993-37B1-4956-99C4-824EAFACE124}"/>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52" name="Google Shape;52;p8">
            <a:extLst xmlns:a="http://schemas.openxmlformats.org/drawingml/2006/main">
              <a:ext uri="{FF2B5EF4-FFF2-40B4-BE49-F238E27FC236}">
                <a16:creationId xmlns:a16="http://schemas.microsoft.com/office/drawing/2014/main" id="{4B0A2EB4-03C3-4BB1-B2EC-EAB7E7E60FFB}"/>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53" name="Google Shape;53;p8">
            <a:extLst xmlns:a="http://schemas.openxmlformats.org/drawingml/2006/main">
              <a:ext uri="{FF2B5EF4-FFF2-40B4-BE49-F238E27FC236}">
                <a16:creationId xmlns:a16="http://schemas.microsoft.com/office/drawing/2014/main" id="{482D9934-62CD-485D-8854-523A8EE1ACBF}"/>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Content with Caption" type="objTx">
  <p:cSld name="OBJECT_WITH_CAPTION_TEXT">
    <p:spTree>
      <p:nvGrpSpPr>
        <p:cNvPr id="1" name=""/>
        <p:cNvGrpSpPr/>
        <p:nvPr/>
      </p:nvGrpSpPr>
      <p:grpSpPr>
        <a:xfrm xmlns:a="http://schemas.openxmlformats.org/drawingml/2006/main"/>
      </p:grpSpPr>
      <p:sp>
        <p:nvSpPr>
          <p:cNvPr id="55" name="Google Shape;55;p9">
            <a:extLst xmlns:a="http://schemas.openxmlformats.org/drawingml/2006/main">
              <a:ext uri="{FF2B5EF4-FFF2-40B4-BE49-F238E27FC236}">
                <a16:creationId xmlns:a16="http://schemas.microsoft.com/office/drawing/2014/main" id="{A1A12169-87C3-40F7-A5EF-E71F757BA44A}"/>
              </a:ext>
            </a:extLst>
          </p:cNvPr>
          <p:cNvSpPr>
            <a:spLocks xmlns:a="http://schemas.openxmlformats.org/drawingml/2006/main" noGrp="1"/>
          </p:cNvSpPr>
          <p:nvPr>
            <p:ph type="title" idx="0"/>
          </p:nvPr>
        </p:nvSpPr>
        <p:spPr>
          <a:xfrm xmlns:a="http://schemas.openxmlformats.org/drawingml/2006/main">
            <a:off x="457200" y="273050"/>
            <a:ext cx="3008313" cy="1162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100000"/>
              </a:lnSpc>
              <a:spcBef>
                <a:spcPts val="0"/>
              </a:spcBef>
              <a:spcAft>
                <a:spcPts val="0"/>
              </a:spcAft>
              <a:buClr>
                <a:schemeClr val="dk1"/>
              </a:buClr>
              <a:buSzPts val="2000"/>
              <a:buFont typeface="Calibri"/>
              <a:buNone/>
              <a:defRPr sz="2000" b="1"/>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56" name="Google Shape;56;p9">
            <a:extLst xmlns:a="http://schemas.openxmlformats.org/drawingml/2006/main">
              <a:ext uri="{FF2B5EF4-FFF2-40B4-BE49-F238E27FC236}">
                <a16:creationId xmlns:a16="http://schemas.microsoft.com/office/drawing/2014/main" id="{2566126E-A0C7-45B2-9B45-3454367A3206}"/>
              </a:ext>
            </a:extLst>
          </p:cNvPr>
          <p:cNvSpPr>
            <a:spLocks xmlns:a="http://schemas.openxmlformats.org/drawingml/2006/main" noGrp="1"/>
          </p:cNvSpPr>
          <p:nvPr>
            <p:ph type="body" idx="1"/>
          </p:nvPr>
        </p:nvSpPr>
        <p:spPr>
          <a:xfrm xmlns:a="http://schemas.openxmlformats.org/drawingml/2006/main">
            <a:off x="3575050" y="273050"/>
            <a:ext cx="5111750" cy="585311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31800" algn="l">
              <a:lnSpc>
                <a:spcPct val="100000"/>
              </a:lnSpc>
              <a:spcBef>
                <a:spcPts val="640"/>
              </a:spcBef>
              <a:spcAft>
                <a:spcPts val="0"/>
              </a:spcAft>
              <a:buClr>
                <a:schemeClr val="dk1"/>
              </a:buClr>
              <a:buSzPts val="3200"/>
              <a:buChar char="•"/>
              <a:defRPr sz="3200"/>
            </a:lvl1pPr>
            <a:lvl2pPr marL="914400" indent="-406400" algn="l">
              <a:lnSpc>
                <a:spcPct val="100000"/>
              </a:lnSpc>
              <a:spcBef>
                <a:spcPts val="560"/>
              </a:spcBef>
              <a:spcAft>
                <a:spcPts val="0"/>
              </a:spcAft>
              <a:buClr>
                <a:schemeClr val="dk1"/>
              </a:buClr>
              <a:buSzPts val="2800"/>
              <a:buChar char="–"/>
              <a:defRPr sz="2800"/>
            </a:lvl2pPr>
            <a:lvl3pPr marL="1371600" indent="-381000" algn="l">
              <a:lnSpc>
                <a:spcPct val="100000"/>
              </a:lnSpc>
              <a:spcBef>
                <a:spcPts val="480"/>
              </a:spcBef>
              <a:spcAft>
                <a:spcPts val="0"/>
              </a:spcAft>
              <a:buClr>
                <a:schemeClr val="dk1"/>
              </a:buClr>
              <a:buSzPts val="2400"/>
              <a:buChar char="•"/>
              <a:defRPr sz="2400"/>
            </a:lvl3pPr>
            <a:lvl4pPr marL="1828800" indent="-355600" algn="l">
              <a:lnSpc>
                <a:spcPct val="100000"/>
              </a:lnSpc>
              <a:spcBef>
                <a:spcPts val="400"/>
              </a:spcBef>
              <a:spcAft>
                <a:spcPts val="0"/>
              </a:spcAft>
              <a:buClr>
                <a:schemeClr val="dk1"/>
              </a:buClr>
              <a:buSzPts val="2000"/>
              <a:buChar char="–"/>
              <a:defRPr sz="2000"/>
            </a:lvl4pPr>
            <a:lvl5pPr marL="2286000" indent="-355600" algn="l">
              <a:lnSpc>
                <a:spcPct val="100000"/>
              </a:lnSpc>
              <a:spcBef>
                <a:spcPts val="400"/>
              </a:spcBef>
              <a:spcAft>
                <a:spcPts val="0"/>
              </a:spcAft>
              <a:buClr>
                <a:schemeClr val="dk1"/>
              </a:buClr>
              <a:buSzPts val="2000"/>
              <a:buChar char="»"/>
              <a:defRPr sz="2000"/>
            </a:lvl5pPr>
            <a:lvl6pPr marL="2743200" indent="-355600" algn="l">
              <a:lnSpc>
                <a:spcPct val="100000"/>
              </a:lnSpc>
              <a:spcBef>
                <a:spcPts val="400"/>
              </a:spcBef>
              <a:spcAft>
                <a:spcPts val="0"/>
              </a:spcAft>
              <a:buClr>
                <a:schemeClr val="dk1"/>
              </a:buClr>
              <a:buSzPts val="2000"/>
              <a:buChar char="•"/>
              <a:defRPr sz="2000"/>
            </a:lvl6pPr>
            <a:lvl7pPr marL="3200400" indent="-355600" algn="l">
              <a:lnSpc>
                <a:spcPct val="100000"/>
              </a:lnSpc>
              <a:spcBef>
                <a:spcPts val="400"/>
              </a:spcBef>
              <a:spcAft>
                <a:spcPts val="0"/>
              </a:spcAft>
              <a:buClr>
                <a:schemeClr val="dk1"/>
              </a:buClr>
              <a:buSzPts val="2000"/>
              <a:buChar char="•"/>
              <a:defRPr sz="2000"/>
            </a:lvl7pPr>
            <a:lvl8pPr marL="3657600" indent="-355600" algn="l">
              <a:lnSpc>
                <a:spcPct val="100000"/>
              </a:lnSpc>
              <a:spcBef>
                <a:spcPts val="400"/>
              </a:spcBef>
              <a:spcAft>
                <a:spcPts val="0"/>
              </a:spcAft>
              <a:buClr>
                <a:schemeClr val="dk1"/>
              </a:buClr>
              <a:buSzPts val="2000"/>
              <a:buChar char="•"/>
              <a:defRPr sz="2000"/>
            </a:lvl8pPr>
            <a:lvl9pPr marL="4114800" indent="-355600" algn="l">
              <a:lnSpc>
                <a:spcPct val="100000"/>
              </a:lnSpc>
              <a:spcBef>
                <a:spcPts val="400"/>
              </a:spcBef>
              <a:spcAft>
                <a:spcPts val="0"/>
              </a:spcAft>
              <a:buClr>
                <a:schemeClr val="dk1"/>
              </a:buClr>
              <a:buSzPts val="2000"/>
              <a:buChar char="•"/>
              <a:defRPr sz="2000"/>
            </a:lvl9pPr>
          </a:lstStyle>
          <a:p xmlns:a="http://schemas.openxmlformats.org/drawingml/2006/main">
            <a:endParaRPr/>
          </a:p>
        </p:txBody>
      </p:sp>
      <p:sp>
        <p:nvSpPr>
          <p:cNvPr id="57" name="Google Shape;57;p9">
            <a:extLst xmlns:a="http://schemas.openxmlformats.org/drawingml/2006/main">
              <a:ext uri="{FF2B5EF4-FFF2-40B4-BE49-F238E27FC236}">
                <a16:creationId xmlns:a16="http://schemas.microsoft.com/office/drawing/2014/main" id="{664DA8B0-DF3C-4FD9-BC8C-096C41B24F2B}"/>
              </a:ext>
            </a:extLst>
          </p:cNvPr>
          <p:cNvSpPr>
            <a:spLocks xmlns:a="http://schemas.openxmlformats.org/drawingml/2006/main" noGrp="1"/>
          </p:cNvSpPr>
          <p:nvPr>
            <p:ph type="body" idx="2"/>
          </p:nvPr>
        </p:nvSpPr>
        <p:spPr>
          <a:xfrm xmlns:a="http://schemas.openxmlformats.org/drawingml/2006/main">
            <a:off x="457200" y="1435100"/>
            <a:ext cx="3008313" cy="46910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100000"/>
              </a:lnSpc>
              <a:spcBef>
                <a:spcPts val="280"/>
              </a:spcBef>
              <a:spcAft>
                <a:spcPts val="0"/>
              </a:spcAft>
              <a:buClr>
                <a:schemeClr val="dk1"/>
              </a:buClr>
              <a:buSzPts val="1400"/>
              <a:buNone/>
              <a:defRPr sz="1400"/>
            </a:lvl1pPr>
            <a:lvl2pPr marL="914400" indent="-228600" algn="l">
              <a:lnSpc>
                <a:spcPct val="100000"/>
              </a:lnSpc>
              <a:spcBef>
                <a:spcPts val="240"/>
              </a:spcBef>
              <a:spcAft>
                <a:spcPts val="0"/>
              </a:spcAft>
              <a:buClr>
                <a:schemeClr val="dk1"/>
              </a:buClr>
              <a:buSzPts val="1200"/>
              <a:buNone/>
              <a:defRPr sz="1200"/>
            </a:lvl2pPr>
            <a:lvl3pPr marL="1371600" indent="-228600" algn="l">
              <a:lnSpc>
                <a:spcPct val="100000"/>
              </a:lnSpc>
              <a:spcBef>
                <a:spcPts val="200"/>
              </a:spcBef>
              <a:spcAft>
                <a:spcPts val="0"/>
              </a:spcAft>
              <a:buClr>
                <a:schemeClr val="dk1"/>
              </a:buClr>
              <a:buSzPts val="1000"/>
              <a:buNone/>
              <a:defRPr sz="1000"/>
            </a:lvl3pPr>
            <a:lvl4pPr marL="1828800" indent="-228600" algn="l">
              <a:lnSpc>
                <a:spcPct val="100000"/>
              </a:lnSpc>
              <a:spcBef>
                <a:spcPts val="180"/>
              </a:spcBef>
              <a:spcAft>
                <a:spcPts val="0"/>
              </a:spcAft>
              <a:buClr>
                <a:schemeClr val="dk1"/>
              </a:buClr>
              <a:buSzPts val="900"/>
              <a:buNone/>
              <a:defRPr sz="900"/>
            </a:lvl4pPr>
            <a:lvl5pPr marL="2286000" indent="-228600" algn="l">
              <a:lnSpc>
                <a:spcPct val="100000"/>
              </a:lnSpc>
              <a:spcBef>
                <a:spcPts val="180"/>
              </a:spcBef>
              <a:spcAft>
                <a:spcPts val="0"/>
              </a:spcAft>
              <a:buClr>
                <a:schemeClr val="dk1"/>
              </a:buClr>
              <a:buSzPts val="900"/>
              <a:buNone/>
              <a:defRPr sz="900"/>
            </a:lvl5pPr>
            <a:lvl6pPr marL="2743200" indent="-228600" algn="l">
              <a:lnSpc>
                <a:spcPct val="100000"/>
              </a:lnSpc>
              <a:spcBef>
                <a:spcPts val="180"/>
              </a:spcBef>
              <a:spcAft>
                <a:spcPts val="0"/>
              </a:spcAft>
              <a:buClr>
                <a:schemeClr val="dk1"/>
              </a:buClr>
              <a:buSzPts val="900"/>
              <a:buNone/>
              <a:defRPr sz="900"/>
            </a:lvl6pPr>
            <a:lvl7pPr marL="3200400" indent="-228600" algn="l">
              <a:lnSpc>
                <a:spcPct val="100000"/>
              </a:lnSpc>
              <a:spcBef>
                <a:spcPts val="180"/>
              </a:spcBef>
              <a:spcAft>
                <a:spcPts val="0"/>
              </a:spcAft>
              <a:buClr>
                <a:schemeClr val="dk1"/>
              </a:buClr>
              <a:buSzPts val="900"/>
              <a:buNone/>
              <a:defRPr sz="900"/>
            </a:lvl7pPr>
            <a:lvl8pPr marL="3657600" indent="-228600" algn="l">
              <a:lnSpc>
                <a:spcPct val="100000"/>
              </a:lnSpc>
              <a:spcBef>
                <a:spcPts val="180"/>
              </a:spcBef>
              <a:spcAft>
                <a:spcPts val="0"/>
              </a:spcAft>
              <a:buClr>
                <a:schemeClr val="dk1"/>
              </a:buClr>
              <a:buSzPts val="900"/>
              <a:buNone/>
              <a:defRPr sz="900"/>
            </a:lvl8pPr>
            <a:lvl9pPr marL="4114800" indent="-228600" algn="l">
              <a:lnSpc>
                <a:spcPct val="100000"/>
              </a:lnSpc>
              <a:spcBef>
                <a:spcPts val="180"/>
              </a:spcBef>
              <a:spcAft>
                <a:spcPts val="0"/>
              </a:spcAft>
              <a:buClr>
                <a:schemeClr val="dk1"/>
              </a:buClr>
              <a:buSzPts val="900"/>
              <a:buNone/>
              <a:defRPr sz="900"/>
            </a:lvl9pPr>
          </a:lstStyle>
          <a:p xmlns:a="http://schemas.openxmlformats.org/drawingml/2006/main">
            <a:endParaRPr/>
          </a:p>
        </p:txBody>
      </p:sp>
      <p:sp>
        <p:nvSpPr>
          <p:cNvPr id="58" name="Google Shape;58;p9">
            <a:extLst xmlns:a="http://schemas.openxmlformats.org/drawingml/2006/main">
              <a:ext uri="{FF2B5EF4-FFF2-40B4-BE49-F238E27FC236}">
                <a16:creationId xmlns:a16="http://schemas.microsoft.com/office/drawing/2014/main" id="{3E9094FF-9438-43D5-B450-6250127D0B64}"/>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59" name="Google Shape;59;p9">
            <a:extLst xmlns:a="http://schemas.openxmlformats.org/drawingml/2006/main">
              <a:ext uri="{FF2B5EF4-FFF2-40B4-BE49-F238E27FC236}">
                <a16:creationId xmlns:a16="http://schemas.microsoft.com/office/drawing/2014/main" id="{3F3188A7-BCD3-4950-849A-C82F3D3B5E1A}"/>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0" name="Google Shape;60;p9">
            <a:extLst xmlns:a="http://schemas.openxmlformats.org/drawingml/2006/main">
              <a:ext uri="{FF2B5EF4-FFF2-40B4-BE49-F238E27FC236}">
                <a16:creationId xmlns:a16="http://schemas.microsoft.com/office/drawing/2014/main" id="{3CEFFFFC-03E6-4438-8FA0-E6B7D5E590E1}"/>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Picture with Caption" type="picTx">
  <p:cSld name="PICTURE_WITH_CAPTION_TEXT">
    <p:spTree>
      <p:nvGrpSpPr>
        <p:cNvPr id="1" name=""/>
        <p:cNvGrpSpPr/>
        <p:nvPr/>
      </p:nvGrpSpPr>
      <p:grpSpPr>
        <a:xfrm xmlns:a="http://schemas.openxmlformats.org/drawingml/2006/main"/>
      </p:grpSpPr>
      <p:sp>
        <p:nvSpPr>
          <p:cNvPr id="62" name="Google Shape;62;p10">
            <a:extLst xmlns:a="http://schemas.openxmlformats.org/drawingml/2006/main">
              <a:ext uri="{FF2B5EF4-FFF2-40B4-BE49-F238E27FC236}">
                <a16:creationId xmlns:a16="http://schemas.microsoft.com/office/drawing/2014/main" id="{731508DE-C3C7-4685-80B5-9FC5AB7B6C22}"/>
              </a:ext>
            </a:extLst>
          </p:cNvPr>
          <p:cNvSpPr>
            <a:spLocks xmlns:a="http://schemas.openxmlformats.org/drawingml/2006/main" noGrp="1"/>
          </p:cNvSpPr>
          <p:nvPr>
            <p:ph type="title" idx="0"/>
          </p:nvPr>
        </p:nvSpPr>
        <p:spPr>
          <a:xfrm xmlns:a="http://schemas.openxmlformats.org/drawingml/2006/main">
            <a:off x="1792288" y="4800600"/>
            <a:ext cx="5486400" cy="5667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100000"/>
              </a:lnSpc>
              <a:spcBef>
                <a:spcPts val="0"/>
              </a:spcBef>
              <a:spcAft>
                <a:spcPts val="0"/>
              </a:spcAft>
              <a:buClr>
                <a:schemeClr val="dk1"/>
              </a:buClr>
              <a:buSzPts val="2000"/>
              <a:buFont typeface="Calibri"/>
              <a:buNone/>
              <a:defRPr sz="2000" b="1"/>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3" name="Google Shape;63;p10">
            <a:extLst xmlns:a="http://schemas.openxmlformats.org/drawingml/2006/main">
              <a:ext uri="{FF2B5EF4-FFF2-40B4-BE49-F238E27FC236}">
                <a16:creationId xmlns:a16="http://schemas.microsoft.com/office/drawing/2014/main" id="{12B218B2-91A1-4BED-8A81-E6ACCA09C4ED}"/>
              </a:ext>
            </a:extLst>
          </p:cNvPr>
          <p:cNvSpPr>
            <a:spLocks xmlns:a="http://schemas.openxmlformats.org/drawingml/2006/main" noGrp="1"/>
          </p:cNvSpPr>
          <p:nvPr>
            <p:ph type="pic" idx="2"/>
          </p:nvPr>
        </p:nvSpPr>
        <p:spPr>
          <a:xfrm xmlns:a="http://schemas.openxmlformats.org/drawingml/2006/main">
            <a:off x="1792288" y="612775"/>
            <a:ext cx="5486400" cy="4114800"/>
          </a:xfrm>
          <a:prstGeom xmlns:a="http://schemas.openxmlformats.org/drawingml/2006/main" prst="rect">
            <a:avLst/>
          </a:prstGeom>
          <a:noFill xmlns:a="http://schemas.openxmlformats.org/drawingml/2006/main"/>
          <a:ln xmlns:a="http://schemas.openxmlformats.org/drawingml/2006/main">
            <a:noFill/>
          </a:ln>
        </p:spPr>
      </p:sp>
      <p:sp>
        <p:nvSpPr>
          <p:cNvPr id="64" name="Google Shape;64;p10">
            <a:extLst xmlns:a="http://schemas.openxmlformats.org/drawingml/2006/main">
              <a:ext uri="{FF2B5EF4-FFF2-40B4-BE49-F238E27FC236}">
                <a16:creationId xmlns:a16="http://schemas.microsoft.com/office/drawing/2014/main" id="{BA4DCA5B-BEE4-4F69-87CF-60E8E1E4779E}"/>
              </a:ext>
            </a:extLst>
          </p:cNvPr>
          <p:cNvSpPr>
            <a:spLocks xmlns:a="http://schemas.openxmlformats.org/drawingml/2006/main" noGrp="1"/>
          </p:cNvSpPr>
          <p:nvPr>
            <p:ph type="body" idx="1"/>
          </p:nvPr>
        </p:nvSpPr>
        <p:spPr>
          <a:xfrm xmlns:a="http://schemas.openxmlformats.org/drawingml/2006/main">
            <a:off x="1792288" y="5367338"/>
            <a:ext cx="5486400" cy="8048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100000"/>
              </a:lnSpc>
              <a:spcBef>
                <a:spcPts val="280"/>
              </a:spcBef>
              <a:spcAft>
                <a:spcPts val="0"/>
              </a:spcAft>
              <a:buClr>
                <a:schemeClr val="dk1"/>
              </a:buClr>
              <a:buSzPts val="1400"/>
              <a:buNone/>
              <a:defRPr sz="1400"/>
            </a:lvl1pPr>
            <a:lvl2pPr marL="914400" indent="-228600" algn="l">
              <a:lnSpc>
                <a:spcPct val="100000"/>
              </a:lnSpc>
              <a:spcBef>
                <a:spcPts val="240"/>
              </a:spcBef>
              <a:spcAft>
                <a:spcPts val="0"/>
              </a:spcAft>
              <a:buClr>
                <a:schemeClr val="dk1"/>
              </a:buClr>
              <a:buSzPts val="1200"/>
              <a:buNone/>
              <a:defRPr sz="1200"/>
            </a:lvl2pPr>
            <a:lvl3pPr marL="1371600" indent="-228600" algn="l">
              <a:lnSpc>
                <a:spcPct val="100000"/>
              </a:lnSpc>
              <a:spcBef>
                <a:spcPts val="200"/>
              </a:spcBef>
              <a:spcAft>
                <a:spcPts val="0"/>
              </a:spcAft>
              <a:buClr>
                <a:schemeClr val="dk1"/>
              </a:buClr>
              <a:buSzPts val="1000"/>
              <a:buNone/>
              <a:defRPr sz="1000"/>
            </a:lvl3pPr>
            <a:lvl4pPr marL="1828800" indent="-228600" algn="l">
              <a:lnSpc>
                <a:spcPct val="100000"/>
              </a:lnSpc>
              <a:spcBef>
                <a:spcPts val="180"/>
              </a:spcBef>
              <a:spcAft>
                <a:spcPts val="0"/>
              </a:spcAft>
              <a:buClr>
                <a:schemeClr val="dk1"/>
              </a:buClr>
              <a:buSzPts val="900"/>
              <a:buNone/>
              <a:defRPr sz="900"/>
            </a:lvl4pPr>
            <a:lvl5pPr marL="2286000" indent="-228600" algn="l">
              <a:lnSpc>
                <a:spcPct val="100000"/>
              </a:lnSpc>
              <a:spcBef>
                <a:spcPts val="180"/>
              </a:spcBef>
              <a:spcAft>
                <a:spcPts val="0"/>
              </a:spcAft>
              <a:buClr>
                <a:schemeClr val="dk1"/>
              </a:buClr>
              <a:buSzPts val="900"/>
              <a:buNone/>
              <a:defRPr sz="900"/>
            </a:lvl5pPr>
            <a:lvl6pPr marL="2743200" indent="-228600" algn="l">
              <a:lnSpc>
                <a:spcPct val="100000"/>
              </a:lnSpc>
              <a:spcBef>
                <a:spcPts val="180"/>
              </a:spcBef>
              <a:spcAft>
                <a:spcPts val="0"/>
              </a:spcAft>
              <a:buClr>
                <a:schemeClr val="dk1"/>
              </a:buClr>
              <a:buSzPts val="900"/>
              <a:buNone/>
              <a:defRPr sz="900"/>
            </a:lvl6pPr>
            <a:lvl7pPr marL="3200400" indent="-228600" algn="l">
              <a:lnSpc>
                <a:spcPct val="100000"/>
              </a:lnSpc>
              <a:spcBef>
                <a:spcPts val="180"/>
              </a:spcBef>
              <a:spcAft>
                <a:spcPts val="0"/>
              </a:spcAft>
              <a:buClr>
                <a:schemeClr val="dk1"/>
              </a:buClr>
              <a:buSzPts val="900"/>
              <a:buNone/>
              <a:defRPr sz="900"/>
            </a:lvl7pPr>
            <a:lvl8pPr marL="3657600" indent="-228600" algn="l">
              <a:lnSpc>
                <a:spcPct val="100000"/>
              </a:lnSpc>
              <a:spcBef>
                <a:spcPts val="180"/>
              </a:spcBef>
              <a:spcAft>
                <a:spcPts val="0"/>
              </a:spcAft>
              <a:buClr>
                <a:schemeClr val="dk1"/>
              </a:buClr>
              <a:buSzPts val="900"/>
              <a:buNone/>
              <a:defRPr sz="900"/>
            </a:lvl8pPr>
            <a:lvl9pPr marL="4114800" indent="-228600" algn="l">
              <a:lnSpc>
                <a:spcPct val="100000"/>
              </a:lnSpc>
              <a:spcBef>
                <a:spcPts val="180"/>
              </a:spcBef>
              <a:spcAft>
                <a:spcPts val="0"/>
              </a:spcAft>
              <a:buClr>
                <a:schemeClr val="dk1"/>
              </a:buClr>
              <a:buSzPts val="900"/>
              <a:buNone/>
              <a:defRPr sz="900"/>
            </a:lvl9pPr>
          </a:lstStyle>
          <a:p xmlns:a="http://schemas.openxmlformats.org/drawingml/2006/main">
            <a:endParaRPr/>
          </a:p>
        </p:txBody>
      </p:sp>
      <p:sp>
        <p:nvSpPr>
          <p:cNvPr id="65" name="Google Shape;65;p10">
            <a:extLst xmlns:a="http://schemas.openxmlformats.org/drawingml/2006/main">
              <a:ext uri="{FF2B5EF4-FFF2-40B4-BE49-F238E27FC236}">
                <a16:creationId xmlns:a16="http://schemas.microsoft.com/office/drawing/2014/main" id="{721FF511-C042-420C-B5BF-3546BC8D44C0}"/>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6" name="Google Shape;66;p10">
            <a:extLst xmlns:a="http://schemas.openxmlformats.org/drawingml/2006/main">
              <a:ext uri="{FF2B5EF4-FFF2-40B4-BE49-F238E27FC236}">
                <a16:creationId xmlns:a16="http://schemas.microsoft.com/office/drawing/2014/main" id="{190001A4-6A52-4284-83E6-030ADF500CF5}"/>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67" name="Google Shape;67;p10">
            <a:extLst xmlns:a="http://schemas.openxmlformats.org/drawingml/2006/main">
              <a:ext uri="{FF2B5EF4-FFF2-40B4-BE49-F238E27FC236}">
                <a16:creationId xmlns:a16="http://schemas.microsoft.com/office/drawing/2014/main" id="{A089D862-2F38-4D94-BF64-2B1C9E7D2381}"/>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Title and Vertical Text" type="vertTx">
  <p:cSld name="VERTICAL_TEXT">
    <p:spTree>
      <p:nvGrpSpPr>
        <p:cNvPr id="1" name=""/>
        <p:cNvGrpSpPr/>
        <p:nvPr/>
      </p:nvGrpSpPr>
      <p:grpSpPr>
        <a:xfrm xmlns:a="http://schemas.openxmlformats.org/drawingml/2006/main"/>
      </p:grpSpPr>
      <p:sp>
        <p:nvSpPr>
          <p:cNvPr id="69" name="Google Shape;69;p11">
            <a:extLst xmlns:a="http://schemas.openxmlformats.org/drawingml/2006/main">
              <a:ext uri="{FF2B5EF4-FFF2-40B4-BE49-F238E27FC236}">
                <a16:creationId xmlns:a16="http://schemas.microsoft.com/office/drawing/2014/main" id="{1A7861BB-72BC-48E1-A7C4-D634673BE69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lnSpc>
                <a:spcPct val="10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0" name="Google Shape;70;p11">
            <a:extLst xmlns:a="http://schemas.openxmlformats.org/drawingml/2006/main">
              <a:ext uri="{FF2B5EF4-FFF2-40B4-BE49-F238E27FC236}">
                <a16:creationId xmlns:a16="http://schemas.microsoft.com/office/drawing/2014/main" id="{EB7CA083-388E-4973-8FD0-1849FA1B3904}"/>
              </a:ext>
            </a:extLst>
          </p:cNvPr>
          <p:cNvSpPr>
            <a:spLocks xmlns:a="http://schemas.openxmlformats.org/drawingml/2006/main" noGrp="1"/>
          </p:cNvSpPr>
          <p:nvPr>
            <p:ph type="body" idx="1"/>
          </p:nvPr>
        </p:nvSpPr>
        <p:spPr>
          <a:xfrm xmlns:a="http://schemas.openxmlformats.org/drawingml/2006/main" rot="5400000">
            <a:off x="2309019" y="-251618"/>
            <a:ext cx="4525963" cy="822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100000"/>
              </a:lnSpc>
              <a:spcBef>
                <a:spcPts val="360"/>
              </a:spcBef>
              <a:spcAft>
                <a:spcPts val="0"/>
              </a:spcAft>
              <a:buClr>
                <a:schemeClr val="dk1"/>
              </a:buClr>
              <a:buSzPts val="1800"/>
              <a:buChar char="•"/>
              <a:defRPr/>
            </a:lvl1pPr>
            <a:lvl2pPr marL="914400" indent="-342900" algn="l">
              <a:lnSpc>
                <a:spcPct val="100000"/>
              </a:lnSpc>
              <a:spcBef>
                <a:spcPts val="360"/>
              </a:spcBef>
              <a:spcAft>
                <a:spcPts val="0"/>
              </a:spcAft>
              <a:buClr>
                <a:schemeClr val="dk1"/>
              </a:buClr>
              <a:buSzPts val="1800"/>
              <a:buChar char="–"/>
              <a:defRPr/>
            </a:lvl2pPr>
            <a:lvl3pPr marL="1371600" indent="-342900" algn="l">
              <a:lnSpc>
                <a:spcPct val="100000"/>
              </a:lnSpc>
              <a:spcBef>
                <a:spcPts val="360"/>
              </a:spcBef>
              <a:spcAft>
                <a:spcPts val="0"/>
              </a:spcAft>
              <a:buClr>
                <a:schemeClr val="dk1"/>
              </a:buClr>
              <a:buSzPts val="1800"/>
              <a:buChar char="•"/>
              <a:defRPr/>
            </a:lvl3pPr>
            <a:lvl4pPr marL="1828800" indent="-342900" algn="l">
              <a:lnSpc>
                <a:spcPct val="100000"/>
              </a:lnSpc>
              <a:spcBef>
                <a:spcPts val="360"/>
              </a:spcBef>
              <a:spcAft>
                <a:spcPts val="0"/>
              </a:spcAft>
              <a:buClr>
                <a:schemeClr val="dk1"/>
              </a:buClr>
              <a:buSzPts val="1800"/>
              <a:buChar char="–"/>
              <a:defRPr/>
            </a:lvl4pPr>
            <a:lvl5pPr marL="2286000" indent="-342900" algn="l">
              <a:lnSpc>
                <a:spcPct val="100000"/>
              </a:lnSpc>
              <a:spcBef>
                <a:spcPts val="360"/>
              </a:spcBef>
              <a:spcAft>
                <a:spcPts val="0"/>
              </a:spcAft>
              <a:buClr>
                <a:schemeClr val="dk1"/>
              </a:buClr>
              <a:buSzPts val="1800"/>
              <a:buChar char="»"/>
              <a:defRPr/>
            </a:lvl5pPr>
            <a:lvl6pPr marL="2743200" indent="-342900" algn="l">
              <a:lnSpc>
                <a:spcPct val="100000"/>
              </a:lnSpc>
              <a:spcBef>
                <a:spcPts val="360"/>
              </a:spcBef>
              <a:spcAft>
                <a:spcPts val="0"/>
              </a:spcAft>
              <a:buClr>
                <a:schemeClr val="dk1"/>
              </a:buClr>
              <a:buSzPts val="1800"/>
              <a:buChar char="•"/>
              <a:defRPr/>
            </a:lvl6pPr>
            <a:lvl7pPr marL="3200400" indent="-342900" algn="l">
              <a:lnSpc>
                <a:spcPct val="100000"/>
              </a:lnSpc>
              <a:spcBef>
                <a:spcPts val="360"/>
              </a:spcBef>
              <a:spcAft>
                <a:spcPts val="0"/>
              </a:spcAft>
              <a:buClr>
                <a:schemeClr val="dk1"/>
              </a:buClr>
              <a:buSzPts val="1800"/>
              <a:buChar char="•"/>
              <a:defRPr/>
            </a:lvl7pPr>
            <a:lvl8pPr marL="3657600" indent="-342900" algn="l">
              <a:lnSpc>
                <a:spcPct val="100000"/>
              </a:lnSpc>
              <a:spcBef>
                <a:spcPts val="360"/>
              </a:spcBef>
              <a:spcAft>
                <a:spcPts val="0"/>
              </a:spcAft>
              <a:buClr>
                <a:schemeClr val="dk1"/>
              </a:buClr>
              <a:buSzPts val="1800"/>
              <a:buChar char="•"/>
              <a:defRPr/>
            </a:lvl8pPr>
            <a:lvl9pPr marL="4114800" indent="-342900" algn="l">
              <a:lnSpc>
                <a:spcPct val="100000"/>
              </a:lnSpc>
              <a:spcBef>
                <a:spcPts val="360"/>
              </a:spcBef>
              <a:spcAft>
                <a:spcPts val="0"/>
              </a:spcAft>
              <a:buClr>
                <a:schemeClr val="dk1"/>
              </a:buClr>
              <a:buSzPts val="1800"/>
              <a:buChar char="•"/>
              <a:defRPr/>
            </a:lvl9pPr>
          </a:lstStyle>
          <a:p xmlns:a="http://schemas.openxmlformats.org/drawingml/2006/main">
            <a:endParaRPr/>
          </a:p>
        </p:txBody>
      </p:sp>
      <p:sp>
        <p:nvSpPr>
          <p:cNvPr id="71" name="Google Shape;71;p11">
            <a:extLst xmlns:a="http://schemas.openxmlformats.org/drawingml/2006/main">
              <a:ext uri="{FF2B5EF4-FFF2-40B4-BE49-F238E27FC236}">
                <a16:creationId xmlns:a16="http://schemas.microsoft.com/office/drawing/2014/main" id="{9D8A3DCF-F212-46B0-A23D-D76F3EAF15AE}"/>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2" name="Google Shape;72;p11">
            <a:extLst xmlns:a="http://schemas.openxmlformats.org/drawingml/2006/main">
              <a:ext uri="{FF2B5EF4-FFF2-40B4-BE49-F238E27FC236}">
                <a16:creationId xmlns:a16="http://schemas.microsoft.com/office/drawing/2014/main" id="{4BBE2009-9D11-4B95-9156-C5F3E6BF57D0}"/>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3" name="Google Shape;73;p11">
            <a:extLst xmlns:a="http://schemas.openxmlformats.org/drawingml/2006/main">
              <a:ext uri="{FF2B5EF4-FFF2-40B4-BE49-F238E27FC236}">
                <a16:creationId xmlns:a16="http://schemas.microsoft.com/office/drawing/2014/main" id="{5AC4420C-1BBB-4BBA-B7FB-477C07AF379E}"/>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Vertical Title and Text" type="vertTitleAndTx">
  <p:cSld name="VERTICAL_TITLE_AND_VERTICAL_TEXT">
    <p:spTree>
      <p:nvGrpSpPr>
        <p:cNvPr id="1" name=""/>
        <p:cNvGrpSpPr/>
        <p:nvPr/>
      </p:nvGrpSpPr>
      <p:grpSpPr>
        <a:xfrm xmlns:a="http://schemas.openxmlformats.org/drawingml/2006/main"/>
      </p:grpSpPr>
      <p:sp>
        <p:nvSpPr>
          <p:cNvPr id="75" name="Google Shape;75;p12">
            <a:extLst xmlns:a="http://schemas.openxmlformats.org/drawingml/2006/main">
              <a:ext uri="{FF2B5EF4-FFF2-40B4-BE49-F238E27FC236}">
                <a16:creationId xmlns:a16="http://schemas.microsoft.com/office/drawing/2014/main" id="{2CA43F36-DE8F-418D-8778-847AD82121C1}"/>
              </a:ext>
            </a:extLst>
          </p:cNvPr>
          <p:cNvSpPr>
            <a:spLocks xmlns:a="http://schemas.openxmlformats.org/drawingml/2006/main" noGrp="1"/>
          </p:cNvSpPr>
          <p:nvPr>
            <p:ph type="title" idx="0"/>
          </p:nvPr>
        </p:nvSpPr>
        <p:spPr>
          <a:xfrm xmlns:a="http://schemas.openxmlformats.org/drawingml/2006/main" rot="5400000">
            <a:off x="4732338" y="2171701"/>
            <a:ext cx="5851525" cy="20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lnSpc>
                <a:spcPct val="100000"/>
              </a:lnSpc>
              <a:spcBef>
                <a:spcPts val="0"/>
              </a:spcBef>
              <a:spcAft>
                <a:spcPts val="0"/>
              </a:spcAft>
              <a:buClr>
                <a:schemeClr val="dk1"/>
              </a:buClr>
              <a:buSzPts val="18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6" name="Google Shape;76;p12">
            <a:extLst xmlns:a="http://schemas.openxmlformats.org/drawingml/2006/main">
              <a:ext uri="{FF2B5EF4-FFF2-40B4-BE49-F238E27FC236}">
                <a16:creationId xmlns:a16="http://schemas.microsoft.com/office/drawing/2014/main" id="{F5CF5E2C-3B13-427D-BA98-54A47B7835A8}"/>
              </a:ext>
            </a:extLst>
          </p:cNvPr>
          <p:cNvSpPr>
            <a:spLocks xmlns:a="http://schemas.openxmlformats.org/drawingml/2006/main" noGrp="1"/>
          </p:cNvSpPr>
          <p:nvPr>
            <p:ph type="body" idx="1"/>
          </p:nvPr>
        </p:nvSpPr>
        <p:spPr>
          <a:xfrm xmlns:a="http://schemas.openxmlformats.org/drawingml/2006/main" rot="5400000">
            <a:off x="541338" y="190500"/>
            <a:ext cx="5851525" cy="6019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100000"/>
              </a:lnSpc>
              <a:spcBef>
                <a:spcPts val="360"/>
              </a:spcBef>
              <a:spcAft>
                <a:spcPts val="0"/>
              </a:spcAft>
              <a:buClr>
                <a:schemeClr val="dk1"/>
              </a:buClr>
              <a:buSzPts val="1800"/>
              <a:buChar char="•"/>
              <a:defRPr/>
            </a:lvl1pPr>
            <a:lvl2pPr marL="914400" indent="-342900" algn="l">
              <a:lnSpc>
                <a:spcPct val="100000"/>
              </a:lnSpc>
              <a:spcBef>
                <a:spcPts val="360"/>
              </a:spcBef>
              <a:spcAft>
                <a:spcPts val="0"/>
              </a:spcAft>
              <a:buClr>
                <a:schemeClr val="dk1"/>
              </a:buClr>
              <a:buSzPts val="1800"/>
              <a:buChar char="–"/>
              <a:defRPr/>
            </a:lvl2pPr>
            <a:lvl3pPr marL="1371600" indent="-342900" algn="l">
              <a:lnSpc>
                <a:spcPct val="100000"/>
              </a:lnSpc>
              <a:spcBef>
                <a:spcPts val="360"/>
              </a:spcBef>
              <a:spcAft>
                <a:spcPts val="0"/>
              </a:spcAft>
              <a:buClr>
                <a:schemeClr val="dk1"/>
              </a:buClr>
              <a:buSzPts val="1800"/>
              <a:buChar char="•"/>
              <a:defRPr/>
            </a:lvl3pPr>
            <a:lvl4pPr marL="1828800" indent="-342900" algn="l">
              <a:lnSpc>
                <a:spcPct val="100000"/>
              </a:lnSpc>
              <a:spcBef>
                <a:spcPts val="360"/>
              </a:spcBef>
              <a:spcAft>
                <a:spcPts val="0"/>
              </a:spcAft>
              <a:buClr>
                <a:schemeClr val="dk1"/>
              </a:buClr>
              <a:buSzPts val="1800"/>
              <a:buChar char="–"/>
              <a:defRPr/>
            </a:lvl4pPr>
            <a:lvl5pPr marL="2286000" indent="-342900" algn="l">
              <a:lnSpc>
                <a:spcPct val="100000"/>
              </a:lnSpc>
              <a:spcBef>
                <a:spcPts val="360"/>
              </a:spcBef>
              <a:spcAft>
                <a:spcPts val="0"/>
              </a:spcAft>
              <a:buClr>
                <a:schemeClr val="dk1"/>
              </a:buClr>
              <a:buSzPts val="1800"/>
              <a:buChar char="»"/>
              <a:defRPr/>
            </a:lvl5pPr>
            <a:lvl6pPr marL="2743200" indent="-342900" algn="l">
              <a:lnSpc>
                <a:spcPct val="100000"/>
              </a:lnSpc>
              <a:spcBef>
                <a:spcPts val="360"/>
              </a:spcBef>
              <a:spcAft>
                <a:spcPts val="0"/>
              </a:spcAft>
              <a:buClr>
                <a:schemeClr val="dk1"/>
              </a:buClr>
              <a:buSzPts val="1800"/>
              <a:buChar char="•"/>
              <a:defRPr/>
            </a:lvl6pPr>
            <a:lvl7pPr marL="3200400" indent="-342900" algn="l">
              <a:lnSpc>
                <a:spcPct val="100000"/>
              </a:lnSpc>
              <a:spcBef>
                <a:spcPts val="360"/>
              </a:spcBef>
              <a:spcAft>
                <a:spcPts val="0"/>
              </a:spcAft>
              <a:buClr>
                <a:schemeClr val="dk1"/>
              </a:buClr>
              <a:buSzPts val="1800"/>
              <a:buChar char="•"/>
              <a:defRPr/>
            </a:lvl7pPr>
            <a:lvl8pPr marL="3657600" indent="-342900" algn="l">
              <a:lnSpc>
                <a:spcPct val="100000"/>
              </a:lnSpc>
              <a:spcBef>
                <a:spcPts val="360"/>
              </a:spcBef>
              <a:spcAft>
                <a:spcPts val="0"/>
              </a:spcAft>
              <a:buClr>
                <a:schemeClr val="dk1"/>
              </a:buClr>
              <a:buSzPts val="1800"/>
              <a:buChar char="•"/>
              <a:defRPr/>
            </a:lvl8pPr>
            <a:lvl9pPr marL="4114800" indent="-342900" algn="l">
              <a:lnSpc>
                <a:spcPct val="100000"/>
              </a:lnSpc>
              <a:spcBef>
                <a:spcPts val="360"/>
              </a:spcBef>
              <a:spcAft>
                <a:spcPts val="0"/>
              </a:spcAft>
              <a:buClr>
                <a:schemeClr val="dk1"/>
              </a:buClr>
              <a:buSzPts val="1800"/>
              <a:buChar char="•"/>
              <a:defRPr/>
            </a:lvl9pPr>
          </a:lstStyle>
          <a:p xmlns:a="http://schemas.openxmlformats.org/drawingml/2006/main">
            <a:endParaRPr/>
          </a:p>
        </p:txBody>
      </p:sp>
      <p:sp>
        <p:nvSpPr>
          <p:cNvPr id="77" name="Google Shape;77;p12">
            <a:extLst xmlns:a="http://schemas.openxmlformats.org/drawingml/2006/main">
              <a:ext uri="{FF2B5EF4-FFF2-40B4-BE49-F238E27FC236}">
                <a16:creationId xmlns:a16="http://schemas.microsoft.com/office/drawing/2014/main" id="{1CA9AEE8-81D9-402E-A469-0D2338BA29A5}"/>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8" name="Google Shape;78;p12">
            <a:extLst xmlns:a="http://schemas.openxmlformats.org/drawingml/2006/main">
              <a:ext uri="{FF2B5EF4-FFF2-40B4-BE49-F238E27FC236}">
                <a16:creationId xmlns:a16="http://schemas.microsoft.com/office/drawing/2014/main" id="{CE7478DC-B01D-47CF-AD6C-08C0F5D9F2E7}"/>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lnSpc>
                <a:spcPct val="100000"/>
              </a:lnSpc>
              <a:spcBef>
                <a:spcPts val="0"/>
              </a:spcBef>
              <a:spcAft>
                <a:spcPts val="0"/>
              </a:spcAft>
              <a:buSzPts val="1400"/>
              <a:buNone/>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
        <p:nvSpPr>
          <p:cNvPr id="79" name="Google Shape;79;p12">
            <a:extLst xmlns:a="http://schemas.openxmlformats.org/drawingml/2006/main">
              <a:ext uri="{FF2B5EF4-FFF2-40B4-BE49-F238E27FC236}">
                <a16:creationId xmlns:a16="http://schemas.microsoft.com/office/drawing/2014/main" id="{A7E6FF34-7F09-4023-B60E-8562E0FD476A}"/>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6ef48341f54132" /><Relationship Type="http://schemas.openxmlformats.org/officeDocument/2006/relationships/slideLayout" Target="/ppt/slideLayouts/slideLayout1.xml" Id="R1d3ebd990e7642e0" /><Relationship Type="http://schemas.openxmlformats.org/officeDocument/2006/relationships/slideLayout" Target="/ppt/slideLayouts/slideLayout2.xml" Id="R79b4c20db5e941fb" /><Relationship Type="http://schemas.openxmlformats.org/officeDocument/2006/relationships/slideLayout" Target="/ppt/slideLayouts/slideLayout3.xml" Id="R642fcae851054525" /><Relationship Type="http://schemas.openxmlformats.org/officeDocument/2006/relationships/slideLayout" Target="/ppt/slideLayouts/slideLayout4.xml" Id="R3c6fbe78e2924cb0" /><Relationship Type="http://schemas.openxmlformats.org/officeDocument/2006/relationships/slideLayout" Target="/ppt/slideLayouts/slideLayout5.xml" Id="R467ef5ca599b457a" /><Relationship Type="http://schemas.openxmlformats.org/officeDocument/2006/relationships/slideLayout" Target="/ppt/slideLayouts/slideLayout6.xml" Id="R54dc67ddcced420e" /><Relationship Type="http://schemas.openxmlformats.org/officeDocument/2006/relationships/slideLayout" Target="/ppt/slideLayouts/slideLayout7.xml" Id="R6c1b9479b4884292" /><Relationship Type="http://schemas.openxmlformats.org/officeDocument/2006/relationships/slideLayout" Target="/ppt/slideLayouts/slideLayout8.xml" Id="R3d5712eab0504b04" /><Relationship Type="http://schemas.openxmlformats.org/officeDocument/2006/relationships/slideLayout" Target="/ppt/slideLayouts/slideLayout9.xml" Id="Rceb297d4127d43ea" /><Relationship Type="http://schemas.openxmlformats.org/officeDocument/2006/relationships/slideLayout" Target="/ppt/slideLayouts/slideLayout10.xml" Id="Rb66719f6f94c48c9" /><Relationship Type="http://schemas.openxmlformats.org/officeDocument/2006/relationships/slideLayout" Target="/ppt/slideLayouts/slideLayout11.xml" Id="R12c5b2d3dc5c455b"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9FD045B6-D26E-451F-8F0E-992D8351C5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marR="0" algn="ctr">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defRPr>
            </a:lvl1pPr>
            <a:lvl2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defRPr>
            </a:lvl9pPr>
          </a:lstStyle>
          <a:p xmlns:a="http://schemas.openxmlformats.org/drawingml/2006/main">
            <a:endParaRPr/>
          </a:p>
        </p:txBody>
      </p:sp>
      <p:sp>
        <p:nvSpPr>
          <p:cNvPr id="7" name="Google Shape;7;p1">
            <a:extLst xmlns:a="http://schemas.openxmlformats.org/drawingml/2006/main">
              <a:ext uri="{FF2B5EF4-FFF2-40B4-BE49-F238E27FC236}">
                <a16:creationId xmlns:a16="http://schemas.microsoft.com/office/drawing/2014/main" id="{2D670B39-532B-4A29-8D64-902EF2F71D27}"/>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marR="0" indent="-431800" algn="l">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defRPr>
            </a:lvl1pPr>
            <a:lvl2pPr marL="914400" marR="0" indent="-406400" algn="l">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defRPr>
            </a:lvl2pPr>
            <a:lvl3pPr marL="1371600" marR="0" indent="-381000" algn="l">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defRPr>
            </a:lvl3pPr>
            <a:lvl4pPr marL="1828800" marR="0" indent="-355600" algn="l">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4pPr>
            <a:lvl5pPr marL="2286000" marR="0" indent="-355600" algn="l">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5pPr>
            <a:lvl6pPr marL="2743200" marR="0" indent="-355600" algn="l">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6pPr>
            <a:lvl7pPr marL="3200400" marR="0" indent="-355600" algn="l">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7pPr>
            <a:lvl8pPr marL="3657600" marR="0" indent="-355600" algn="l">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8pPr>
            <a:lvl9pPr marL="4114800" marR="0" indent="-355600" algn="l">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9pPr>
          </a:lstStyle>
          <a:p xmlns:a="http://schemas.openxmlformats.org/drawingml/2006/main">
            <a:endParaRPr/>
          </a:p>
        </p:txBody>
      </p:sp>
      <p:sp>
        <p:nvSpPr>
          <p:cNvPr id="8" name="Google Shape;8;p1">
            <a:extLst xmlns:a="http://schemas.openxmlformats.org/drawingml/2006/main">
              <a:ext uri="{FF2B5EF4-FFF2-40B4-BE49-F238E27FC236}">
                <a16:creationId xmlns:a16="http://schemas.microsoft.com/office/drawing/2014/main" id="{D8098A27-29E4-4CAF-9078-8EA6DAFF0CF6}"/>
              </a:ext>
            </a:extLst>
          </p:cNvPr>
          <p:cNvSpPr>
            <a:spLocks xmlns:a="http://schemas.openxmlformats.org/drawingml/2006/main" noGrp="1"/>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l">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defRPr>
            </a:lvl1pPr>
            <a:lvl2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2pPr>
            <a:lvl3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3pPr>
            <a:lvl4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4pPr>
            <a:lvl5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5pPr>
            <a:lvl6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6pPr>
            <a:lvl7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7pPr>
            <a:lvl8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8pPr>
            <a:lvl9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9pPr>
          </a:lstStyle>
          <a:p xmlns:a="http://schemas.openxmlformats.org/drawingml/2006/main">
            <a:endParaRPr/>
          </a:p>
        </p:txBody>
      </p:sp>
      <p:sp>
        <p:nvSpPr>
          <p:cNvPr id="9" name="Google Shape;9;p1">
            <a:extLst xmlns:a="http://schemas.openxmlformats.org/drawingml/2006/main">
              <a:ext uri="{FF2B5EF4-FFF2-40B4-BE49-F238E27FC236}">
                <a16:creationId xmlns:a16="http://schemas.microsoft.com/office/drawing/2014/main" id="{CD063249-E659-4883-8EC2-B45F49C63795}"/>
              </a:ext>
            </a:extLst>
          </p:cNvPr>
          <p:cNvSpPr>
            <a:spLocks xmlns:a="http://schemas.openxmlformats.org/drawingml/2006/main" noGrp="1"/>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ctr">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defRPr>
            </a:lvl1pPr>
            <a:lvl2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2pPr>
            <a:lvl3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3pPr>
            <a:lvl4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4pPr>
            <a:lvl5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5pPr>
            <a:lvl6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6pPr>
            <a:lvl7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7pPr>
            <a:lvl8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8pPr>
            <a:lvl9pPr marR="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defRPr>
            </a:lvl9pPr>
          </a:lstStyle>
          <a:p xmlns:a="http://schemas.openxmlformats.org/drawingml/2006/main">
            <a:endParaRPr/>
          </a:p>
        </p:txBody>
      </p:sp>
      <p:sp>
        <p:nvSpPr>
          <p:cNvPr id="10" name="Google Shape;10;p1">
            <a:extLst xmlns:a="http://schemas.openxmlformats.org/drawingml/2006/main">
              <a:ext uri="{FF2B5EF4-FFF2-40B4-BE49-F238E27FC236}">
                <a16:creationId xmlns:a16="http://schemas.microsoft.com/office/drawing/2014/main" id="{5969EA3A-3203-4EC7-A92E-E8FEA35F4600}"/>
              </a:ext>
            </a:extLst>
          </p:cNvPr>
          <p:cNvSpPr>
            <a:spLocks xmlns:a="http://schemas.openxmlformats.org/drawingml/2006/main" noGrp="1"/>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1pPr>
            <a:lvl2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2pPr>
            <a:lvl3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3pPr>
            <a:lvl4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4pPr>
            <a:lvl5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5pPr>
            <a:lvl6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6pPr>
            <a:lvl7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7pPr>
            <a:lvl8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8pPr>
            <a:lvl9pPr marL="0" marR="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d3ebd990e7642e0"/>
    <p:sldLayoutId xmlns:r="http://schemas.openxmlformats.org/officeDocument/2006/relationships" id="2147483650" r:id="R79b4c20db5e941fb"/>
    <p:sldLayoutId xmlns:r="http://schemas.openxmlformats.org/officeDocument/2006/relationships" id="2147483651" r:id="R642fcae851054525"/>
    <p:sldLayoutId xmlns:r="http://schemas.openxmlformats.org/officeDocument/2006/relationships" id="2147483652" r:id="R3c6fbe78e2924cb0"/>
    <p:sldLayoutId xmlns:r="http://schemas.openxmlformats.org/officeDocument/2006/relationships" id="2147483653" r:id="R467ef5ca599b457a"/>
    <p:sldLayoutId xmlns:r="http://schemas.openxmlformats.org/officeDocument/2006/relationships" id="2147483654" r:id="R54dc67ddcced420e"/>
    <p:sldLayoutId xmlns:r="http://schemas.openxmlformats.org/officeDocument/2006/relationships" id="2147483655" r:id="R6c1b9479b4884292"/>
    <p:sldLayoutId xmlns:r="http://schemas.openxmlformats.org/officeDocument/2006/relationships" id="2147483656" r:id="R3d5712eab0504b04"/>
    <p:sldLayoutId xmlns:r="http://schemas.openxmlformats.org/officeDocument/2006/relationships" id="2147483657" r:id="Rceb297d4127d43ea"/>
    <p:sldLayoutId xmlns:r="http://schemas.openxmlformats.org/officeDocument/2006/relationships" id="2147483658" r:id="Rb66719f6f94c48c9"/>
    <p:sldLayoutId xmlns:r="http://schemas.openxmlformats.org/officeDocument/2006/relationships" id="2147483659" r:id="R12c5b2d3dc5c455b"/>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04e181174414a8b" /><Relationship Type="http://schemas.openxmlformats.org/officeDocument/2006/relationships/image" Target="/ppt/media/image.png" Id="R5f07275e83ff49c8" /><Relationship Type="http://schemas.openxmlformats.org/officeDocument/2006/relationships/image" Target="/ppt/media/image2.png" Id="R5e7f4b16bd9541de" /><Relationship Type="http://schemas.openxmlformats.org/officeDocument/2006/relationships/notesSlide" Target="/ppt/notesSlides/notesSlide1.xml" Id="R75d045756fbd489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f383cdef3e1410d" /><Relationship Type="http://schemas.openxmlformats.org/officeDocument/2006/relationships/image" Target="/ppt/media/image.png" Id="Rfa06ba734eb6413a" /><Relationship Type="http://schemas.openxmlformats.org/officeDocument/2006/relationships/image" Target="/ppt/media/image2.png" Id="Rc11bfc34785b4333" /><Relationship Type="http://schemas.openxmlformats.org/officeDocument/2006/relationships/notesSlide" Target="/ppt/notesSlides/notesSlide2.xml" Id="R4ecab688631e46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a334f90ab34e13" /><Relationship Type="http://schemas.openxmlformats.org/officeDocument/2006/relationships/image" Target="/ppt/media/image.png" Id="R8fc7ec1bb51947e0" /><Relationship Type="http://schemas.openxmlformats.org/officeDocument/2006/relationships/image" Target="/ppt/media/image2.png" Id="Ra43db3c5af8042eb" /><Relationship Type="http://schemas.openxmlformats.org/officeDocument/2006/relationships/notesSlide" Target="/ppt/notesSlides/notesSlide3.xml" Id="R27d2a841741f4f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687ab070c0e4c22" /><Relationship Type="http://schemas.openxmlformats.org/officeDocument/2006/relationships/image" Target="/ppt/media/image.png" Id="R179259b4cc644e9d" /><Relationship Type="http://schemas.openxmlformats.org/officeDocument/2006/relationships/image" Target="/ppt/media/image2.png" Id="R8465a1e510c740da" /><Relationship Type="http://schemas.openxmlformats.org/officeDocument/2006/relationships/notesSlide" Target="/ppt/notesSlides/notesSlide4.xml" Id="R4a547c095f1d4b7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213b52b16da455c" /><Relationship Type="http://schemas.openxmlformats.org/officeDocument/2006/relationships/image" Target="/ppt/media/image.png" Id="R6155890a52ec4848" /><Relationship Type="http://schemas.openxmlformats.org/officeDocument/2006/relationships/image" Target="/ppt/media/image2.png" Id="R8e3fc64468054496" /><Relationship Type="http://schemas.openxmlformats.org/officeDocument/2006/relationships/notesSlide" Target="/ppt/notesSlides/notesSlide5.xml" Id="R0c8cec5166624a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d7156005ab14925" /><Relationship Type="http://schemas.openxmlformats.org/officeDocument/2006/relationships/image" Target="/ppt/media/image.png" Id="R34a0cbe91b7b4fd7" /><Relationship Type="http://schemas.openxmlformats.org/officeDocument/2006/relationships/image" Target="/ppt/media/image2.png" Id="R56063af96e604d78" /><Relationship Type="http://schemas.openxmlformats.org/officeDocument/2006/relationships/notesSlide" Target="/ppt/notesSlides/notesSlide6.xml" Id="Rd96de6f5d16444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563dc0e63b5432d" /><Relationship Type="http://schemas.openxmlformats.org/officeDocument/2006/relationships/image" Target="/ppt/media/image.png" Id="R5de0ff87892245d8" /><Relationship Type="http://schemas.openxmlformats.org/officeDocument/2006/relationships/image" Target="/ppt/media/image2.png" Id="R0bb7f36f51914d01" /><Relationship Type="http://schemas.openxmlformats.org/officeDocument/2006/relationships/notesSlide" Target="/ppt/notesSlides/notesSlide7.xml" Id="Rf5364626b93c4d1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3e4c32e5ea44afc" /><Relationship Type="http://schemas.openxmlformats.org/officeDocument/2006/relationships/image" Target="/ppt/media/image.png" Id="R2f6ac80e57034895" /><Relationship Type="http://schemas.openxmlformats.org/officeDocument/2006/relationships/image" Target="/ppt/media/image2.png" Id="R10097eb9de8c4959" /><Relationship Type="http://schemas.openxmlformats.org/officeDocument/2006/relationships/image" Target="/ppt/media/image.jpeg" Id="R419158246d19490a" /><Relationship Type="http://schemas.openxmlformats.org/officeDocument/2006/relationships/notesSlide" Target="/ppt/notesSlides/notesSlide8.xml" Id="Rd8e0d4c81a7f40b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00430d570a54aab" /><Relationship Type="http://schemas.openxmlformats.org/officeDocument/2006/relationships/image" Target="/ppt/media/image.png" Id="R377f69043d1e4655" /><Relationship Type="http://schemas.openxmlformats.org/officeDocument/2006/relationships/image" Target="/ppt/media/image2.png" Id="R77d91ecc5779485b" /><Relationship Type="http://schemas.openxmlformats.org/officeDocument/2006/relationships/image" Target="/ppt/media/image2.jpeg" Id="R91510c29e6734852" /><Relationship Type="http://schemas.openxmlformats.org/officeDocument/2006/relationships/notesSlide" Target="/ppt/notesSlides/notesSlide9.xml" Id="R73247049087f445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5735b94b6194b9c" /><Relationship Type="http://schemas.openxmlformats.org/officeDocument/2006/relationships/image" Target="/ppt/media/image.png" Id="R70e8a5dc76754c8f" /><Relationship Type="http://schemas.openxmlformats.org/officeDocument/2006/relationships/image" Target="/ppt/media/image2.png" Id="R46435cf6711648e0" /><Relationship Type="http://schemas.openxmlformats.org/officeDocument/2006/relationships/image" Target="/ppt/media/image3.jpeg" Id="R8a09b355d9ef45d3" /><Relationship Type="http://schemas.openxmlformats.org/officeDocument/2006/relationships/notesSlide" Target="/ppt/notesSlides/notesSlide10.xml" Id="Rd59f736ab690489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369e8df8db54494" /><Relationship Type="http://schemas.openxmlformats.org/officeDocument/2006/relationships/image" Target="/ppt/media/image.png" Id="R76838ca68d844607" /><Relationship Type="http://schemas.openxmlformats.org/officeDocument/2006/relationships/image" Target="/ppt/media/image2.png" Id="Ra4c4c51b1dfc4377" /><Relationship Type="http://schemas.openxmlformats.org/officeDocument/2006/relationships/image" Target="/ppt/media/image4.jpeg" Id="R7a412fdcff854238" /><Relationship Type="http://schemas.openxmlformats.org/officeDocument/2006/relationships/notesSlide" Target="/ppt/notesSlides/notesSlide11.xml" Id="R216f70caacc9410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299a45b74344d01" /><Relationship Type="http://schemas.openxmlformats.org/officeDocument/2006/relationships/image" Target="/ppt/media/image.png" Id="R8930e979e3c840da" /><Relationship Type="http://schemas.openxmlformats.org/officeDocument/2006/relationships/image" Target="/ppt/media/image2.png" Id="R24c5ec01eb20498e" /><Relationship Type="http://schemas.openxmlformats.org/officeDocument/2006/relationships/notesSlide" Target="/ppt/notesSlides/notesSlide12.xml" Id="R4fb5925383e649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b52305b7f05454b" /><Relationship Type="http://schemas.openxmlformats.org/officeDocument/2006/relationships/image" Target="/ppt/media/image.png" Id="Rcfd6af19f1c948b3" /><Relationship Type="http://schemas.openxmlformats.org/officeDocument/2006/relationships/image" Target="/ppt/media/image2.png" Id="R176a3c3a242f488a" /><Relationship Type="http://schemas.openxmlformats.org/officeDocument/2006/relationships/notesSlide" Target="/ppt/notesSlides/notesSlide13.xml" Id="Rc8a8fea906dc4c4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8c2b2a917e148be" /><Relationship Type="http://schemas.openxmlformats.org/officeDocument/2006/relationships/image" Target="/ppt/media/image.png" Id="Rf133422c54064606" /><Relationship Type="http://schemas.openxmlformats.org/officeDocument/2006/relationships/image" Target="/ppt/media/image2.png" Id="Rb176cfac810c47a6" /><Relationship Type="http://schemas.openxmlformats.org/officeDocument/2006/relationships/image" Target="/ppt/media/image5.jpeg" Id="Rf3e8d07c58dc494d" /><Relationship Type="http://schemas.openxmlformats.org/officeDocument/2006/relationships/notesSlide" Target="/ppt/notesSlides/notesSlide14.xml" Id="Rcf244ff4c4e34bc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2446059c2174d5d" /><Relationship Type="http://schemas.openxmlformats.org/officeDocument/2006/relationships/image" Target="/ppt/media/image.png" Id="R071904c3dcd740b3" /><Relationship Type="http://schemas.openxmlformats.org/officeDocument/2006/relationships/image" Target="/ppt/media/image2.png" Id="R5b964e5fa5544bfd" /><Relationship Type="http://schemas.openxmlformats.org/officeDocument/2006/relationships/image" Target="/ppt/media/image6.jpeg" Id="R428deadd4cce4f0a" /><Relationship Type="http://schemas.openxmlformats.org/officeDocument/2006/relationships/notesSlide" Target="/ppt/notesSlides/notesSlide15.xml" Id="Rfbfc22d30b0e4de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84bdfe4568e4e67" /><Relationship Type="http://schemas.openxmlformats.org/officeDocument/2006/relationships/image" Target="/ppt/media/image.png" Id="R7a696d5772ca4b79" /><Relationship Type="http://schemas.openxmlformats.org/officeDocument/2006/relationships/image" Target="/ppt/media/image2.png" Id="Rafa2186a6f5945cf" /><Relationship Type="http://schemas.openxmlformats.org/officeDocument/2006/relationships/notesSlide" Target="/ppt/notesSlides/notesSlide16.xml" Id="R66c0fd34e9e3472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53a8f7fd6b541ae" /><Relationship Type="http://schemas.openxmlformats.org/officeDocument/2006/relationships/image" Target="/ppt/media/image.png" Id="Rf487554e84544493" /><Relationship Type="http://schemas.openxmlformats.org/officeDocument/2006/relationships/image" Target="/ppt/media/image2.png" Id="Ra207fb0ffb3e4d1f" /><Relationship Type="http://schemas.openxmlformats.org/officeDocument/2006/relationships/notesSlide" Target="/ppt/notesSlides/notesSlide17.xml" Id="Rd23b75a6beb547f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a6ca6e79f8d4faa" /><Relationship Type="http://schemas.openxmlformats.org/officeDocument/2006/relationships/image" Target="/ppt/media/image.png" Id="Redda9af439354c11" /><Relationship Type="http://schemas.openxmlformats.org/officeDocument/2006/relationships/image" Target="/ppt/media/image2.png" Id="R73153ccf25bf48e7" /><Relationship Type="http://schemas.openxmlformats.org/officeDocument/2006/relationships/notesSlide" Target="/ppt/notesSlides/notesSlide18.xml" Id="R47c858797bb545d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85" name="Google Shape;85;p13">
            <a:extLst xmlns:a="http://schemas.openxmlformats.org/drawingml/2006/main">
              <a:ext uri="{FF2B5EF4-FFF2-40B4-BE49-F238E27FC236}">
                <a16:creationId xmlns:a16="http://schemas.microsoft.com/office/drawing/2014/main" id="{0630811A-4F6C-4A4A-88BD-465AD5039E9C}"/>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86" name="Google Shape;86;p13">
            <a:extLst xmlns:a="http://schemas.openxmlformats.org/drawingml/2006/main">
              <a:ext uri="{FF2B5EF4-FFF2-40B4-BE49-F238E27FC236}">
                <a16:creationId xmlns:a16="http://schemas.microsoft.com/office/drawing/2014/main" id="{C62C8098-F725-4B2B-89C6-718C9A69D655}"/>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88" name="Google Shape;88;p13">
            <a:extLst xmlns:a="http://schemas.openxmlformats.org/drawingml/2006/main">
              <a:ext uri="{FF2B5EF4-FFF2-40B4-BE49-F238E27FC236}">
                <a16:creationId xmlns:a16="http://schemas.microsoft.com/office/drawing/2014/main" id="{5AB63CD3-541F-44AE-B264-C787D1519CC3}"/>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89" name="Google Shape;89;p13">
            <a:extLst xmlns:a="http://schemas.openxmlformats.org/drawingml/2006/main">
              <a:ext uri="{FF2B5EF4-FFF2-40B4-BE49-F238E27FC236}">
                <a16:creationId xmlns:a16="http://schemas.microsoft.com/office/drawing/2014/main" id="{41A97F09-A8CB-444B-BAFD-D54799058A62}"/>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90" name="Google Shape;90;p13">
            <a:extLst xmlns:a="http://schemas.openxmlformats.org/drawingml/2006/main">
              <a:ext uri="{FF2B5EF4-FFF2-40B4-BE49-F238E27FC236}">
                <a16:creationId xmlns:a16="http://schemas.microsoft.com/office/drawing/2014/main" id="{53F4CCB9-FBAE-43F6-9C19-79764ED1931F}"/>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5f07275e83ff49c8">
              <a:alphaModFix/>
            </a:blip>
            <a:stretch>
              <a:fillRect l="0" t="0" r="0" b="0"/>
            </a:stretch>
          </a:blipFill>
          <a:ln xmlns:a="http://schemas.openxmlformats.org/drawingml/2006/main">
            <a:noFill/>
          </a:ln>
        </p:spPr>
      </p:sp>
      <p:sp>
        <p:nvSpPr>
          <p:cNvPr id="91" name="Google Shape;91;p13">
            <a:extLst xmlns:a="http://schemas.openxmlformats.org/drawingml/2006/main">
              <a:ext uri="{FF2B5EF4-FFF2-40B4-BE49-F238E27FC236}">
                <a16:creationId xmlns:a16="http://schemas.microsoft.com/office/drawing/2014/main" id="{3E6AD040-102A-4727-8D5E-1F20974E6FDF}"/>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5e7f4b16bd9541de">
              <a:alphaModFix/>
            </a:blip>
            <a:stretch>
              <a:fillRect l="0" t="0" r="0" b="0"/>
            </a:stretch>
          </a:blipFill>
          <a:ln xmlns:a="http://schemas.openxmlformats.org/drawingml/2006/main">
            <a:noFill/>
          </a:ln>
        </p:spPr>
      </p:sp>
      <p:sp>
        <p:nvSpPr>
          <p:cNvPr id="92" name="Rectangle 91">
            <a:extLst xmlns:a="http://schemas.openxmlformats.org/drawingml/2006/main">
              <a:ext uri="{FF2B5EF4-FFF2-40B4-BE49-F238E27FC236}">
                <a16:creationId xmlns:a16="http://schemas.microsoft.com/office/drawing/2014/main" id="{5CF0D6CB-2098-455B-9D56-1969CEABE8F4}"/>
              </a:ext>
            </a:extLst>
          </p:cNvPr>
          <p:cNvSpPr>
            <a:spLocks xmlns:a="http://schemas.openxmlformats.org/drawingml/2006/main" noGrp="1"/>
          </p:cNvSpPr>
          <p:nvPr/>
        </p:nvSpPr>
        <p:spPr>
          <a:xfrm xmlns:a="http://schemas.openxmlformats.org/drawingml/2006/main">
            <a:off x="2238375" y="1428750"/>
            <a:ext cx="139827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300" b="0">
                <a:solidFill>
                  <a:srgbClr val="A83033"/>
                </a:solidFill>
                <a:latin typeface="Marcellus"/>
                <a:ea typeface="Marcellus"/>
                <a:cs typeface="Marcellus"/>
              </a:defRPr>
            </a:defPPr>
            <a:lvl1pPr>
              <a:buNone/>
              <a:defRPr sz="6300" b="0">
                <a:solidFill>
                  <a:srgbClr val="A83033"/>
                </a:solidFill>
                <a:latin typeface="Marcellus"/>
                <a:ea typeface="Marcellus"/>
                <a:cs typeface="Marcellus"/>
              </a:defRPr>
            </a:lvl1pPr>
            <a:lvl2pPr>
              <a:buNone/>
              <a:defRPr sz="6300" b="0">
                <a:solidFill>
                  <a:srgbClr val="A83033"/>
                </a:solidFill>
                <a:latin typeface="Marcellus"/>
                <a:ea typeface="Marcellus"/>
                <a:cs typeface="Marcellus"/>
              </a:defRPr>
            </a:lvl2pPr>
            <a:lvl3pPr>
              <a:buNone/>
              <a:defRPr sz="6300" b="0">
                <a:solidFill>
                  <a:srgbClr val="A83033"/>
                </a:solidFill>
                <a:latin typeface="Marcellus"/>
                <a:ea typeface="Marcellus"/>
                <a:cs typeface="Marcellus"/>
              </a:defRPr>
            </a:lvl3pPr>
            <a:lvl4pPr>
              <a:buNone/>
              <a:defRPr sz="6300" b="0">
                <a:solidFill>
                  <a:srgbClr val="A83033"/>
                </a:solidFill>
                <a:latin typeface="Marcellus"/>
                <a:ea typeface="Marcellus"/>
                <a:cs typeface="Marcellus"/>
              </a:defRPr>
            </a:lvl4pPr>
            <a:lvl5pPr>
              <a:buNone/>
              <a:defRPr sz="6300" b="0">
                <a:solidFill>
                  <a:srgbClr val="A83033"/>
                </a:solidFill>
                <a:latin typeface="Marcellus"/>
                <a:ea typeface="Marcellus"/>
                <a:cs typeface="Marcellus"/>
              </a:defRPr>
            </a:lvl5pPr>
            <a:lvl6pPr>
              <a:buNone/>
              <a:defRPr sz="6300" b="0">
                <a:solidFill>
                  <a:srgbClr val="A83033"/>
                </a:solidFill>
                <a:latin typeface="Marcellus"/>
                <a:ea typeface="Marcellus"/>
                <a:cs typeface="Marcellus"/>
              </a:defRPr>
            </a:lvl6pPr>
            <a:lvl7pPr>
              <a:buNone/>
              <a:defRPr sz="6300" b="0">
                <a:solidFill>
                  <a:srgbClr val="A83033"/>
                </a:solidFill>
                <a:latin typeface="Marcellus"/>
                <a:ea typeface="Marcellus"/>
                <a:cs typeface="Marcellus"/>
              </a:defRPr>
            </a:lvl7pPr>
            <a:lvl8pPr>
              <a:buNone/>
              <a:defRPr sz="6300" b="0">
                <a:solidFill>
                  <a:srgbClr val="A83033"/>
                </a:solidFill>
                <a:latin typeface="Marcellus"/>
                <a:ea typeface="Marcellus"/>
                <a:cs typeface="Marcellus"/>
              </a:defRPr>
            </a:lvl8pPr>
            <a:lvl9pPr>
              <a:buNone/>
              <a:defRPr sz="6300" b="0">
                <a:solidFill>
                  <a:srgbClr val="A83033"/>
                </a:solidFill>
                <a:latin typeface="Marcellus"/>
                <a:ea typeface="Marcellus"/>
                <a:cs typeface="Marcellus"/>
              </a:defRPr>
            </a:lvl9pPr>
          </a:lstStyle>
          <a:p xmlns:a="http://schemas.openxmlformats.org/drawingml/2006/main">
            <a:pPr>
              <a:buNone/>
              <a:defRPr sz="6300" b="0">
                <a:solidFill>
                  <a:srgbClr val="A83033"/>
                </a:solidFill>
                <a:latin typeface="Marcellus"/>
                <a:ea typeface="Marcellus"/>
                <a:cs typeface="Marcellus"/>
              </a:defRPr>
            </a:pPr>
            <a:r>
              <a:rPr sz="6300" b="0">
                <a:solidFill>
                  <a:srgbClr val="A83033"/>
                </a:solidFill>
                <a:latin typeface="Marcellus"/>
                <a:ea typeface="Marcellus"/>
                <a:cs typeface="Marcellus"/>
              </a:rPr>
              <a:t>Predictive Cloud</a:t>
            </a:r>
          </a:p>
          <a:p xmlns:a="http://schemas.openxmlformats.org/drawingml/2006/main">
            <a:pPr>
              <a:buNone/>
              <a:defRPr sz="6300" b="0">
                <a:solidFill>
                  <a:srgbClr val="A83033"/>
                </a:solidFill>
                <a:latin typeface="Marcellus"/>
                <a:ea typeface="Marcellus"/>
                <a:cs typeface="Marcellus"/>
              </a:defRPr>
            </a:pPr>
            <a:r>
              <a:rPr sz="6300" b="0">
                <a:solidFill>
                  <a:srgbClr val="A83033"/>
                </a:solidFill>
                <a:latin typeface="Marcellus"/>
                <a:ea typeface="Marcellus"/>
                <a:cs typeface="Marcellus"/>
              </a:rPr>
              <a:t>Resource Management</a:t>
            </a:r>
          </a:p>
        </p:txBody>
      </p:sp>
      <p:sp>
        <p:nvSpPr>
          <p:cNvPr id="93" name="Rectangle 92">
            <a:extLst xmlns:a="http://schemas.openxmlformats.org/drawingml/2006/main">
              <a:ext uri="{FF2B5EF4-FFF2-40B4-BE49-F238E27FC236}">
                <a16:creationId xmlns:a16="http://schemas.microsoft.com/office/drawing/2014/main" id="{98AAAE45-9B2E-4FF4-A45A-908E034FD964}"/>
              </a:ext>
            </a:extLst>
          </p:cNvPr>
          <p:cNvSpPr>
            <a:spLocks xmlns:a="http://schemas.openxmlformats.org/drawingml/2006/main" noGrp="1"/>
          </p:cNvSpPr>
          <p:nvPr/>
        </p:nvSpPr>
        <p:spPr>
          <a:xfrm xmlns:a="http://schemas.openxmlformats.org/drawingml/2006/main">
            <a:off x="2238375" y="3857625"/>
            <a:ext cx="13982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0">
                <a:solidFill>
                  <a:srgbClr val="A83033"/>
                </a:solidFill>
                <a:latin typeface="Calibri"/>
                <a:ea typeface="Calibri"/>
                <a:cs typeface="Calibri"/>
              </a:defRPr>
            </a:defPPr>
            <a:lvl1pPr>
              <a:buNone/>
              <a:defRPr sz="3300" b="0">
                <a:solidFill>
                  <a:srgbClr val="A83033"/>
                </a:solidFill>
                <a:latin typeface="Calibri"/>
                <a:ea typeface="Calibri"/>
                <a:cs typeface="Calibri"/>
              </a:defRPr>
            </a:lvl1pPr>
            <a:lvl2pPr>
              <a:buNone/>
              <a:defRPr sz="3300" b="0">
                <a:solidFill>
                  <a:srgbClr val="A83033"/>
                </a:solidFill>
                <a:latin typeface="Calibri"/>
                <a:ea typeface="Calibri"/>
                <a:cs typeface="Calibri"/>
              </a:defRPr>
            </a:lvl2pPr>
            <a:lvl3pPr>
              <a:buNone/>
              <a:defRPr sz="3300" b="0">
                <a:solidFill>
                  <a:srgbClr val="A83033"/>
                </a:solidFill>
                <a:latin typeface="Calibri"/>
                <a:ea typeface="Calibri"/>
                <a:cs typeface="Calibri"/>
              </a:defRPr>
            </a:lvl3pPr>
            <a:lvl4pPr>
              <a:buNone/>
              <a:defRPr sz="3300" b="0">
                <a:solidFill>
                  <a:srgbClr val="A83033"/>
                </a:solidFill>
                <a:latin typeface="Calibri"/>
                <a:ea typeface="Calibri"/>
                <a:cs typeface="Calibri"/>
              </a:defRPr>
            </a:lvl4pPr>
            <a:lvl5pPr>
              <a:buNone/>
              <a:defRPr sz="3300" b="0">
                <a:solidFill>
                  <a:srgbClr val="A83033"/>
                </a:solidFill>
                <a:latin typeface="Calibri"/>
                <a:ea typeface="Calibri"/>
                <a:cs typeface="Calibri"/>
              </a:defRPr>
            </a:lvl5pPr>
            <a:lvl6pPr>
              <a:buNone/>
              <a:defRPr sz="3300" b="0">
                <a:solidFill>
                  <a:srgbClr val="A83033"/>
                </a:solidFill>
                <a:latin typeface="Calibri"/>
                <a:ea typeface="Calibri"/>
                <a:cs typeface="Calibri"/>
              </a:defRPr>
            </a:lvl6pPr>
            <a:lvl7pPr>
              <a:buNone/>
              <a:defRPr sz="3300" b="0">
                <a:solidFill>
                  <a:srgbClr val="A83033"/>
                </a:solidFill>
                <a:latin typeface="Calibri"/>
                <a:ea typeface="Calibri"/>
                <a:cs typeface="Calibri"/>
              </a:defRPr>
            </a:lvl7pPr>
            <a:lvl8pPr>
              <a:buNone/>
              <a:defRPr sz="3300" b="0">
                <a:solidFill>
                  <a:srgbClr val="A83033"/>
                </a:solidFill>
                <a:latin typeface="Calibri"/>
                <a:ea typeface="Calibri"/>
                <a:cs typeface="Calibri"/>
              </a:defRPr>
            </a:lvl8pPr>
            <a:lvl9pPr>
              <a:buNone/>
              <a:defRPr sz="3300" b="0">
                <a:solidFill>
                  <a:srgbClr val="A83033"/>
                </a:solidFill>
                <a:latin typeface="Calibri"/>
                <a:ea typeface="Calibri"/>
                <a:cs typeface="Calibri"/>
              </a:defRPr>
            </a:lvl9pPr>
          </a:lstStyle>
          <a:p xmlns:a="http://schemas.openxmlformats.org/drawingml/2006/main">
            <a:pPr>
              <a:buNone/>
              <a:defRPr sz="3300" b="0">
                <a:solidFill>
                  <a:srgbClr val="A83033"/>
                </a:solidFill>
                <a:latin typeface="Calibri"/>
                <a:ea typeface="Calibri"/>
                <a:cs typeface="Calibri"/>
              </a:defRPr>
            </a:pPr>
            <a:r>
              <a:rPr sz="3300" b="0">
                <a:solidFill>
                  <a:srgbClr val="A83033"/>
                </a:solidFill>
                <a:latin typeface="Calibri"/>
                <a:ea typeface="Calibri"/>
                <a:cs typeface="Calibri"/>
              </a:rPr>
              <a:t>ML-based forecasting with SLA-aware auto-scaling</a:t>
            </a:r>
          </a:p>
        </p:txBody>
      </p:sp>
      <p:sp>
        <p:nvSpPr>
          <p:cNvPr id="94" name="Rectangle 93">
            <a:extLst xmlns:a="http://schemas.openxmlformats.org/drawingml/2006/main">
              <a:ext uri="{FF2B5EF4-FFF2-40B4-BE49-F238E27FC236}">
                <a16:creationId xmlns:a16="http://schemas.microsoft.com/office/drawing/2014/main" id="{527E6826-7895-41EC-A65A-9369EAFB3ED4}"/>
              </a:ext>
            </a:extLst>
          </p:cNvPr>
          <p:cNvSpPr>
            <a:spLocks xmlns:a="http://schemas.openxmlformats.org/drawingml/2006/main" noGrp="1"/>
          </p:cNvSpPr>
          <p:nvPr/>
        </p:nvSpPr>
        <p:spPr>
          <a:xfrm xmlns:a="http://schemas.openxmlformats.org/drawingml/2006/main">
            <a:off x="2238375" y="5381625"/>
            <a:ext cx="5905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333333"/>
                </a:solidFill>
                <a:latin typeface="Calibri"/>
                <a:ea typeface="Calibri"/>
                <a:cs typeface="Calibri"/>
              </a:defRPr>
            </a:defPPr>
            <a:lvl1pPr>
              <a:buNone/>
              <a:defRPr sz="2850" b="0">
                <a:solidFill>
                  <a:srgbClr val="333333"/>
                </a:solidFill>
                <a:latin typeface="Calibri"/>
                <a:ea typeface="Calibri"/>
                <a:cs typeface="Calibri"/>
              </a:defRPr>
            </a:lvl1pPr>
            <a:lvl2pPr>
              <a:buNone/>
              <a:defRPr sz="2850" b="0">
                <a:solidFill>
                  <a:srgbClr val="333333"/>
                </a:solidFill>
                <a:latin typeface="Calibri"/>
                <a:ea typeface="Calibri"/>
                <a:cs typeface="Calibri"/>
              </a:defRPr>
            </a:lvl2pPr>
            <a:lvl3pPr>
              <a:buNone/>
              <a:defRPr sz="2850" b="0">
                <a:solidFill>
                  <a:srgbClr val="333333"/>
                </a:solidFill>
                <a:latin typeface="Calibri"/>
                <a:ea typeface="Calibri"/>
                <a:cs typeface="Calibri"/>
              </a:defRPr>
            </a:lvl3pPr>
            <a:lvl4pPr>
              <a:buNone/>
              <a:defRPr sz="2850" b="0">
                <a:solidFill>
                  <a:srgbClr val="333333"/>
                </a:solidFill>
                <a:latin typeface="Calibri"/>
                <a:ea typeface="Calibri"/>
                <a:cs typeface="Calibri"/>
              </a:defRPr>
            </a:lvl4pPr>
            <a:lvl5pPr>
              <a:buNone/>
              <a:defRPr sz="2850" b="0">
                <a:solidFill>
                  <a:srgbClr val="333333"/>
                </a:solidFill>
                <a:latin typeface="Calibri"/>
                <a:ea typeface="Calibri"/>
                <a:cs typeface="Calibri"/>
              </a:defRPr>
            </a:lvl5pPr>
            <a:lvl6pPr>
              <a:buNone/>
              <a:defRPr sz="2850" b="0">
                <a:solidFill>
                  <a:srgbClr val="333333"/>
                </a:solidFill>
                <a:latin typeface="Calibri"/>
                <a:ea typeface="Calibri"/>
                <a:cs typeface="Calibri"/>
              </a:defRPr>
            </a:lvl6pPr>
            <a:lvl7pPr>
              <a:buNone/>
              <a:defRPr sz="2850" b="0">
                <a:solidFill>
                  <a:srgbClr val="333333"/>
                </a:solidFill>
                <a:latin typeface="Calibri"/>
                <a:ea typeface="Calibri"/>
                <a:cs typeface="Calibri"/>
              </a:defRPr>
            </a:lvl7pPr>
            <a:lvl8pPr>
              <a:buNone/>
              <a:defRPr sz="2850" b="0">
                <a:solidFill>
                  <a:srgbClr val="333333"/>
                </a:solidFill>
                <a:latin typeface="Calibri"/>
                <a:ea typeface="Calibri"/>
                <a:cs typeface="Calibri"/>
              </a:defRPr>
            </a:lvl8pPr>
            <a:lvl9pPr>
              <a:buNone/>
              <a:defRPr sz="2850" b="0">
                <a:solidFill>
                  <a:srgbClr val="333333"/>
                </a:solidFill>
                <a:latin typeface="Calibri"/>
                <a:ea typeface="Calibri"/>
                <a:cs typeface="Calibri"/>
              </a:defRPr>
            </a:lvl9pPr>
          </a:lstStyle>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Advanced Cloud Computing</a:t>
            </a:r>
          </a:p>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Lab-CA implementation</a:t>
            </a:r>
          </a:p>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25 October 2026</a:t>
            </a:r>
          </a:p>
        </p:txBody>
      </p:sp>
      <p:sp>
        <p:nvSpPr>
          <p:cNvPr id="95" name="Rectangle 94">
            <a:extLst xmlns:a="http://schemas.openxmlformats.org/drawingml/2006/main">
              <a:ext uri="{FF2B5EF4-FFF2-40B4-BE49-F238E27FC236}">
                <a16:creationId xmlns:a16="http://schemas.microsoft.com/office/drawing/2014/main" id="{0D068165-28BE-41E2-928F-9AB1B7D51479}"/>
              </a:ext>
            </a:extLst>
          </p:cNvPr>
          <p:cNvSpPr>
            <a:spLocks xmlns:a="http://schemas.openxmlformats.org/drawingml/2006/main" noGrp="1"/>
          </p:cNvSpPr>
          <p:nvPr/>
        </p:nvSpPr>
        <p:spPr>
          <a:xfrm xmlns:a="http://schemas.openxmlformats.org/drawingml/2006/main">
            <a:off x="9191625" y="5381625"/>
            <a:ext cx="7143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333333"/>
                </a:solidFill>
                <a:latin typeface="Calibri"/>
                <a:ea typeface="Calibri"/>
                <a:cs typeface="Calibri"/>
              </a:defRPr>
            </a:defPPr>
            <a:lvl1pPr>
              <a:buNone/>
              <a:defRPr sz="2850" b="0">
                <a:solidFill>
                  <a:srgbClr val="333333"/>
                </a:solidFill>
                <a:latin typeface="Calibri"/>
                <a:ea typeface="Calibri"/>
                <a:cs typeface="Calibri"/>
              </a:defRPr>
            </a:lvl1pPr>
            <a:lvl2pPr>
              <a:buNone/>
              <a:defRPr sz="2850" b="0">
                <a:solidFill>
                  <a:srgbClr val="333333"/>
                </a:solidFill>
                <a:latin typeface="Calibri"/>
                <a:ea typeface="Calibri"/>
                <a:cs typeface="Calibri"/>
              </a:defRPr>
            </a:lvl2pPr>
            <a:lvl3pPr>
              <a:buNone/>
              <a:defRPr sz="2850" b="0">
                <a:solidFill>
                  <a:srgbClr val="333333"/>
                </a:solidFill>
                <a:latin typeface="Calibri"/>
                <a:ea typeface="Calibri"/>
                <a:cs typeface="Calibri"/>
              </a:defRPr>
            </a:lvl3pPr>
            <a:lvl4pPr>
              <a:buNone/>
              <a:defRPr sz="2850" b="0">
                <a:solidFill>
                  <a:srgbClr val="333333"/>
                </a:solidFill>
                <a:latin typeface="Calibri"/>
                <a:ea typeface="Calibri"/>
                <a:cs typeface="Calibri"/>
              </a:defRPr>
            </a:lvl4pPr>
            <a:lvl5pPr>
              <a:buNone/>
              <a:defRPr sz="2850" b="0">
                <a:solidFill>
                  <a:srgbClr val="333333"/>
                </a:solidFill>
                <a:latin typeface="Calibri"/>
                <a:ea typeface="Calibri"/>
                <a:cs typeface="Calibri"/>
              </a:defRPr>
            </a:lvl5pPr>
            <a:lvl6pPr>
              <a:buNone/>
              <a:defRPr sz="2850" b="0">
                <a:solidFill>
                  <a:srgbClr val="333333"/>
                </a:solidFill>
                <a:latin typeface="Calibri"/>
                <a:ea typeface="Calibri"/>
                <a:cs typeface="Calibri"/>
              </a:defRPr>
            </a:lvl6pPr>
            <a:lvl7pPr>
              <a:buNone/>
              <a:defRPr sz="2850" b="0">
                <a:solidFill>
                  <a:srgbClr val="333333"/>
                </a:solidFill>
                <a:latin typeface="Calibri"/>
                <a:ea typeface="Calibri"/>
                <a:cs typeface="Calibri"/>
              </a:defRPr>
            </a:lvl7pPr>
            <a:lvl8pPr>
              <a:buNone/>
              <a:defRPr sz="2850" b="0">
                <a:solidFill>
                  <a:srgbClr val="333333"/>
                </a:solidFill>
                <a:latin typeface="Calibri"/>
                <a:ea typeface="Calibri"/>
                <a:cs typeface="Calibri"/>
              </a:defRPr>
            </a:lvl8pPr>
            <a:lvl9pPr>
              <a:buNone/>
              <a:defRPr sz="2850" b="0">
                <a:solidFill>
                  <a:srgbClr val="333333"/>
                </a:solidFill>
                <a:latin typeface="Calibri"/>
                <a:ea typeface="Calibri"/>
                <a:cs typeface="Calibri"/>
              </a:defRPr>
            </a:lvl9pPr>
          </a:lstStyle>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Parth Dhande     16010123232</a:t>
            </a:r>
          </a:p>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Purab Madhan   16010123242</a:t>
            </a:r>
          </a:p>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Pushkar Rai       16010123243</a:t>
            </a:r>
          </a:p>
        </p:txBody>
      </p:sp>
      <p:sp>
        <p:nvSpPr>
          <p:cNvPr id="96" name="">
            <a:extLst xmlns:a="http://schemas.openxmlformats.org/drawingml/2006/main">
              <a:ext uri="{FF2B5EF4-FFF2-40B4-BE49-F238E27FC236}">
                <a16:creationId xmlns:a16="http://schemas.microsoft.com/office/drawing/2014/main" id="{5BB3C7B5-0F3E-45FD-9C1A-381FEA3B0E04}"/>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01 / 18</a:t>
            </a:r>
          </a:p>
        </p:txBody>
      </p:sp>
    </p:spTree>
    <p:extLst>
      <p:ext uri="{BB962C8B-B14F-4D97-AF65-F5344CB8AC3E}">
        <p14:creationId xmlns:p14="http://schemas.microsoft.com/office/powerpoint/2010/main" val="21286782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fa06ba734eb6413a">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c11bfc34785b4333">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0F8B976D-3E6E-487C-BC9A-8308FA620506}"/>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Problem and objectives</a:t>
            </a:r>
          </a:p>
        </p:txBody>
      </p:sp>
      <p:sp>
        <p:nvSpPr>
          <p:cNvPr id="108" name="Rectangle 107">
            <a:extLst xmlns:a="http://schemas.openxmlformats.org/drawingml/2006/main">
              <a:ext uri="{FF2B5EF4-FFF2-40B4-BE49-F238E27FC236}">
                <a16:creationId xmlns:a16="http://schemas.microsoft.com/office/drawing/2014/main" id="{2B8BB7BF-7B03-4A8A-B055-890F6A94B8EE}"/>
              </a:ext>
            </a:extLst>
          </p:cNvPr>
          <p:cNvSpPr>
            <a:spLocks xmlns:a="http://schemas.openxmlformats.org/drawingml/2006/main" noGrp="1"/>
          </p:cNvSpPr>
          <p:nvPr/>
        </p:nvSpPr>
        <p:spPr>
          <a:xfrm xmlns:a="http://schemas.openxmlformats.org/drawingml/2006/main">
            <a:off x="2238375" y="2143125"/>
            <a:ext cx="809625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333333"/>
                </a:solidFill>
                <a:latin typeface="Calibri"/>
                <a:ea typeface="Calibri"/>
                <a:cs typeface="Calibri"/>
              </a:defRPr>
            </a:defPPr>
            <a:lvl1pPr>
              <a:buNone/>
              <a:defRPr sz="3225" b="0">
                <a:solidFill>
                  <a:srgbClr val="333333"/>
                </a:solidFill>
                <a:latin typeface="Calibri"/>
                <a:ea typeface="Calibri"/>
                <a:cs typeface="Calibri"/>
              </a:defRPr>
            </a:lvl1pPr>
            <a:lvl2pPr>
              <a:buNone/>
              <a:defRPr sz="3225" b="0">
                <a:solidFill>
                  <a:srgbClr val="333333"/>
                </a:solidFill>
                <a:latin typeface="Calibri"/>
                <a:ea typeface="Calibri"/>
                <a:cs typeface="Calibri"/>
              </a:defRPr>
            </a:lvl2pPr>
            <a:lvl3pPr>
              <a:buNone/>
              <a:defRPr sz="3225" b="0">
                <a:solidFill>
                  <a:srgbClr val="333333"/>
                </a:solidFill>
                <a:latin typeface="Calibri"/>
                <a:ea typeface="Calibri"/>
                <a:cs typeface="Calibri"/>
              </a:defRPr>
            </a:lvl3pPr>
            <a:lvl4pPr>
              <a:buNone/>
              <a:defRPr sz="3225" b="0">
                <a:solidFill>
                  <a:srgbClr val="333333"/>
                </a:solidFill>
                <a:latin typeface="Calibri"/>
                <a:ea typeface="Calibri"/>
                <a:cs typeface="Calibri"/>
              </a:defRPr>
            </a:lvl4pPr>
            <a:lvl5pPr>
              <a:buNone/>
              <a:defRPr sz="3225" b="0">
                <a:solidFill>
                  <a:srgbClr val="333333"/>
                </a:solidFill>
                <a:latin typeface="Calibri"/>
                <a:ea typeface="Calibri"/>
                <a:cs typeface="Calibri"/>
              </a:defRPr>
            </a:lvl5pPr>
            <a:lvl6pPr>
              <a:buNone/>
              <a:defRPr sz="3225" b="0">
                <a:solidFill>
                  <a:srgbClr val="333333"/>
                </a:solidFill>
                <a:latin typeface="Calibri"/>
                <a:ea typeface="Calibri"/>
                <a:cs typeface="Calibri"/>
              </a:defRPr>
            </a:lvl6pPr>
            <a:lvl7pPr>
              <a:buNone/>
              <a:defRPr sz="3225" b="0">
                <a:solidFill>
                  <a:srgbClr val="333333"/>
                </a:solidFill>
                <a:latin typeface="Calibri"/>
                <a:ea typeface="Calibri"/>
                <a:cs typeface="Calibri"/>
              </a:defRPr>
            </a:lvl7pPr>
            <a:lvl8pPr>
              <a:buNone/>
              <a:defRPr sz="3225" b="0">
                <a:solidFill>
                  <a:srgbClr val="333333"/>
                </a:solidFill>
                <a:latin typeface="Calibri"/>
                <a:ea typeface="Calibri"/>
                <a:cs typeface="Calibri"/>
              </a:defRPr>
            </a:lvl8pPr>
            <a:lvl9pPr>
              <a:buNone/>
              <a:defRPr sz="3225" b="0">
                <a:solidFill>
                  <a:srgbClr val="333333"/>
                </a:solidFill>
                <a:latin typeface="Calibri"/>
                <a:ea typeface="Calibri"/>
                <a:cs typeface="Calibri"/>
              </a:defRPr>
            </a:lvl9pPr>
          </a:lstStyle>
          <a:p xmlns:a="http://schemas.openxmlformats.org/drawingml/2006/main">
            <a:pPr>
              <a:buNone/>
              <a:defRPr sz="3225" b="0">
                <a:solidFill>
                  <a:srgbClr val="333333"/>
                </a:solidFill>
                <a:latin typeface="Calibri"/>
                <a:ea typeface="Calibri"/>
                <a:cs typeface="Calibri"/>
              </a:defRPr>
            </a:pPr>
            <a:r>
              <a:rPr sz="3225" b="0">
                <a:solidFill>
                  <a:srgbClr val="333333"/>
                </a:solidFill>
                <a:latin typeface="Calibri"/>
                <a:ea typeface="Calibri"/>
                <a:cs typeface="Calibri"/>
              </a:rPr>
              <a:t>Demand changes faster than new workers become ready.</a:t>
            </a:r>
          </a:p>
          <a:p xmlns:a="http://schemas.openxmlformats.org/drawingml/2006/main">
            <a:endParaRPr sz="3225" b="0">
              <a:solidFill>
                <a:srgbClr val="333333"/>
              </a:solidFill>
              <a:latin typeface="Calibri"/>
              <a:ea typeface="Calibri"/>
              <a:cs typeface="Calibri"/>
            </a:endParaRPr>
          </a:p>
          <a:p xmlns:a="http://schemas.openxmlformats.org/drawingml/2006/main">
            <a:pPr>
              <a:buNone/>
              <a:defRPr sz="3225" b="0">
                <a:solidFill>
                  <a:srgbClr val="333333"/>
                </a:solidFill>
                <a:latin typeface="Calibri"/>
                <a:ea typeface="Calibri"/>
                <a:cs typeface="Calibri"/>
              </a:defRPr>
            </a:pPr>
            <a:r>
              <a:rPr sz="3225" b="0">
                <a:solidFill>
                  <a:srgbClr val="333333"/>
                </a:solidFill>
                <a:latin typeface="Calibri"/>
                <a:ea typeface="Calibri"/>
                <a:cs typeface="Calibri"/>
              </a:rPr>
              <a:t>Too little capacity increases latency. Keeping maximum capacity wastes resources.</a:t>
            </a:r>
          </a:p>
        </p:txBody>
      </p:sp>
      <p:sp>
        <p:nvSpPr>
          <p:cNvPr id="109" name="Rectangle 108">
            <a:extLst xmlns:a="http://schemas.openxmlformats.org/drawingml/2006/main">
              <a:ext uri="{FF2B5EF4-FFF2-40B4-BE49-F238E27FC236}">
                <a16:creationId xmlns:a16="http://schemas.microsoft.com/office/drawing/2014/main" id="{A2F308C1-2219-4BDB-A979-29DD1D295906}"/>
              </a:ext>
            </a:extLst>
          </p:cNvPr>
          <p:cNvSpPr>
            <a:spLocks xmlns:a="http://schemas.openxmlformats.org/drawingml/2006/main" noGrp="1"/>
          </p:cNvSpPr>
          <p:nvPr/>
        </p:nvSpPr>
        <p:spPr>
          <a:xfrm xmlns:a="http://schemas.openxmlformats.org/drawingml/2006/main">
            <a:off x="11144250" y="2143125"/>
            <a:ext cx="50768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A83033"/>
                </a:solidFill>
                <a:latin typeface="Calibri"/>
                <a:ea typeface="Calibri"/>
                <a:cs typeface="Calibri"/>
              </a:defRPr>
            </a:defPPr>
            <a:lvl1pPr>
              <a:buNone/>
              <a:defRPr sz="3000" b="1">
                <a:solidFill>
                  <a:srgbClr val="A83033"/>
                </a:solidFill>
                <a:latin typeface="Calibri"/>
                <a:ea typeface="Calibri"/>
                <a:cs typeface="Calibri"/>
              </a:defRPr>
            </a:lvl1pPr>
            <a:lvl2pPr>
              <a:buNone/>
              <a:defRPr sz="3000" b="1">
                <a:solidFill>
                  <a:srgbClr val="A83033"/>
                </a:solidFill>
                <a:latin typeface="Calibri"/>
                <a:ea typeface="Calibri"/>
                <a:cs typeface="Calibri"/>
              </a:defRPr>
            </a:lvl2pPr>
            <a:lvl3pPr>
              <a:buNone/>
              <a:defRPr sz="3000" b="1">
                <a:solidFill>
                  <a:srgbClr val="A83033"/>
                </a:solidFill>
                <a:latin typeface="Calibri"/>
                <a:ea typeface="Calibri"/>
                <a:cs typeface="Calibri"/>
              </a:defRPr>
            </a:lvl3pPr>
            <a:lvl4pPr>
              <a:buNone/>
              <a:defRPr sz="3000" b="1">
                <a:solidFill>
                  <a:srgbClr val="A83033"/>
                </a:solidFill>
                <a:latin typeface="Calibri"/>
                <a:ea typeface="Calibri"/>
                <a:cs typeface="Calibri"/>
              </a:defRPr>
            </a:lvl4pPr>
            <a:lvl5pPr>
              <a:buNone/>
              <a:defRPr sz="3000" b="1">
                <a:solidFill>
                  <a:srgbClr val="A83033"/>
                </a:solidFill>
                <a:latin typeface="Calibri"/>
                <a:ea typeface="Calibri"/>
                <a:cs typeface="Calibri"/>
              </a:defRPr>
            </a:lvl5pPr>
            <a:lvl6pPr>
              <a:buNone/>
              <a:defRPr sz="3000" b="1">
                <a:solidFill>
                  <a:srgbClr val="A83033"/>
                </a:solidFill>
                <a:latin typeface="Calibri"/>
                <a:ea typeface="Calibri"/>
                <a:cs typeface="Calibri"/>
              </a:defRPr>
            </a:lvl6pPr>
            <a:lvl7pPr>
              <a:buNone/>
              <a:defRPr sz="3000" b="1">
                <a:solidFill>
                  <a:srgbClr val="A83033"/>
                </a:solidFill>
                <a:latin typeface="Calibri"/>
                <a:ea typeface="Calibri"/>
                <a:cs typeface="Calibri"/>
              </a:defRPr>
            </a:lvl7pPr>
            <a:lvl8pPr>
              <a:buNone/>
              <a:defRPr sz="3000" b="1">
                <a:solidFill>
                  <a:srgbClr val="A83033"/>
                </a:solidFill>
                <a:latin typeface="Calibri"/>
                <a:ea typeface="Calibri"/>
                <a:cs typeface="Calibri"/>
              </a:defRPr>
            </a:lvl8pPr>
            <a:lvl9pPr>
              <a:buNone/>
              <a:defRPr sz="3000" b="1">
                <a:solidFill>
                  <a:srgbClr val="A83033"/>
                </a:solidFill>
                <a:latin typeface="Calibri"/>
                <a:ea typeface="Calibri"/>
                <a:cs typeface="Calibri"/>
              </a:defRPr>
            </a:lvl9pPr>
          </a:lstStyle>
          <a:p xmlns:a="http://schemas.openxmlformats.org/drawingml/2006/main">
            <a:pPr>
              <a:buNone/>
              <a:defRPr sz="3000" b="1">
                <a:solidFill>
                  <a:srgbClr val="A83033"/>
                </a:solidFill>
                <a:latin typeface="Calibri"/>
                <a:ea typeface="Calibri"/>
                <a:cs typeface="Calibri"/>
              </a:defRPr>
            </a:pPr>
            <a:r>
              <a:rPr sz="3000" b="1">
                <a:solidFill>
                  <a:srgbClr val="A83033"/>
                </a:solidFill>
                <a:latin typeface="Calibri"/>
                <a:ea typeface="Calibri"/>
                <a:cs typeface="Calibri"/>
              </a:rPr>
              <a:t>Our operating target</a:t>
            </a:r>
          </a:p>
        </p:txBody>
      </p:sp>
      <p:sp>
        <p:nvSpPr>
          <p:cNvPr id="110" name="Rectangle 109">
            <a:extLst xmlns:a="http://schemas.openxmlformats.org/drawingml/2006/main">
              <a:ext uri="{FF2B5EF4-FFF2-40B4-BE49-F238E27FC236}">
                <a16:creationId xmlns:a16="http://schemas.microsoft.com/office/drawing/2014/main" id="{F005C662-4CE0-465C-93AA-C3D80E70B705}"/>
              </a:ext>
            </a:extLst>
          </p:cNvPr>
          <p:cNvSpPr>
            <a:spLocks xmlns:a="http://schemas.openxmlformats.org/drawingml/2006/main" noGrp="1"/>
          </p:cNvSpPr>
          <p:nvPr/>
        </p:nvSpPr>
        <p:spPr>
          <a:xfrm xmlns:a="http://schemas.openxmlformats.org/drawingml/2006/main">
            <a:off x="11144250" y="3000375"/>
            <a:ext cx="5076825"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333333"/>
                </a:solidFill>
                <a:latin typeface="Calibri"/>
                <a:ea typeface="Calibri"/>
                <a:cs typeface="Calibri"/>
              </a:defRPr>
            </a:defPPr>
            <a:lvl1pPr>
              <a:buNone/>
              <a:defRPr sz="2850" b="0">
                <a:solidFill>
                  <a:srgbClr val="333333"/>
                </a:solidFill>
                <a:latin typeface="Calibri"/>
                <a:ea typeface="Calibri"/>
                <a:cs typeface="Calibri"/>
              </a:defRPr>
            </a:lvl1pPr>
            <a:lvl2pPr>
              <a:buNone/>
              <a:defRPr sz="2850" b="0">
                <a:solidFill>
                  <a:srgbClr val="333333"/>
                </a:solidFill>
                <a:latin typeface="Calibri"/>
                <a:ea typeface="Calibri"/>
                <a:cs typeface="Calibri"/>
              </a:defRPr>
            </a:lvl2pPr>
            <a:lvl3pPr>
              <a:buNone/>
              <a:defRPr sz="2850" b="0">
                <a:solidFill>
                  <a:srgbClr val="333333"/>
                </a:solidFill>
                <a:latin typeface="Calibri"/>
                <a:ea typeface="Calibri"/>
                <a:cs typeface="Calibri"/>
              </a:defRPr>
            </a:lvl3pPr>
            <a:lvl4pPr>
              <a:buNone/>
              <a:defRPr sz="2850" b="0">
                <a:solidFill>
                  <a:srgbClr val="333333"/>
                </a:solidFill>
                <a:latin typeface="Calibri"/>
                <a:ea typeface="Calibri"/>
                <a:cs typeface="Calibri"/>
              </a:defRPr>
            </a:lvl4pPr>
            <a:lvl5pPr>
              <a:buNone/>
              <a:defRPr sz="2850" b="0">
                <a:solidFill>
                  <a:srgbClr val="333333"/>
                </a:solidFill>
                <a:latin typeface="Calibri"/>
                <a:ea typeface="Calibri"/>
                <a:cs typeface="Calibri"/>
              </a:defRPr>
            </a:lvl5pPr>
            <a:lvl6pPr>
              <a:buNone/>
              <a:defRPr sz="2850" b="0">
                <a:solidFill>
                  <a:srgbClr val="333333"/>
                </a:solidFill>
                <a:latin typeface="Calibri"/>
                <a:ea typeface="Calibri"/>
                <a:cs typeface="Calibri"/>
              </a:defRPr>
            </a:lvl6pPr>
            <a:lvl7pPr>
              <a:buNone/>
              <a:defRPr sz="2850" b="0">
                <a:solidFill>
                  <a:srgbClr val="333333"/>
                </a:solidFill>
                <a:latin typeface="Calibri"/>
                <a:ea typeface="Calibri"/>
                <a:cs typeface="Calibri"/>
              </a:defRPr>
            </a:lvl7pPr>
            <a:lvl8pPr>
              <a:buNone/>
              <a:defRPr sz="2850" b="0">
                <a:solidFill>
                  <a:srgbClr val="333333"/>
                </a:solidFill>
                <a:latin typeface="Calibri"/>
                <a:ea typeface="Calibri"/>
                <a:cs typeface="Calibri"/>
              </a:defRPr>
            </a:lvl8pPr>
            <a:lvl9pPr>
              <a:buNone/>
              <a:defRPr sz="2850" b="0">
                <a:solidFill>
                  <a:srgbClr val="333333"/>
                </a:solidFill>
                <a:latin typeface="Calibri"/>
                <a:ea typeface="Calibri"/>
                <a:cs typeface="Calibri"/>
              </a:defRPr>
            </a:lvl9pPr>
          </a:lstStyle>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p95 latency at or below 250 ms</a:t>
            </a:r>
          </a:p>
          <a:p xmlns:a="http://schemas.openxmlformats.org/drawingml/2006/main">
            <a:endParaRPr sz="2850" b="0">
              <a:solidFill>
                <a:srgbClr val="333333"/>
              </a:solidFill>
              <a:latin typeface="Calibri"/>
              <a:ea typeface="Calibri"/>
              <a:cs typeface="Calibri"/>
            </a:endParaRPr>
          </a:p>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At least 99% successful requests</a:t>
            </a:r>
          </a:p>
          <a:p xmlns:a="http://schemas.openxmlformats.org/drawingml/2006/main">
            <a:endParaRPr sz="2850" b="0">
              <a:solidFill>
                <a:srgbClr val="333333"/>
              </a:solidFill>
              <a:latin typeface="Calibri"/>
              <a:ea typeface="Calibri"/>
              <a:cs typeface="Calibri"/>
            </a:endParaRPr>
          </a:p>
          <a:p xmlns:a="http://schemas.openxmlformats.org/drawingml/2006/main">
            <a:pPr>
              <a:buNone/>
              <a:defRPr sz="2850" b="0">
                <a:solidFill>
                  <a:srgbClr val="333333"/>
                </a:solidFill>
                <a:latin typeface="Calibri"/>
                <a:ea typeface="Calibri"/>
                <a:cs typeface="Calibri"/>
              </a:defRPr>
            </a:pPr>
            <a:r>
              <a:rPr sz="2850" b="0">
                <a:solidFill>
                  <a:srgbClr val="333333"/>
                </a:solidFill>
                <a:latin typeface="Calibri"/>
                <a:ea typeface="Calibri"/>
                <a:cs typeface="Calibri"/>
              </a:rPr>
              <a:t>1 to 4 worker replicas</a:t>
            </a:r>
          </a:p>
        </p:txBody>
      </p:sp>
      <p:sp>
        <p:nvSpPr>
          <p:cNvPr id="111" name="Rectangle 110">
            <a:extLst xmlns:a="http://schemas.openxmlformats.org/drawingml/2006/main">
              <a:ext uri="{FF2B5EF4-FFF2-40B4-BE49-F238E27FC236}">
                <a16:creationId xmlns:a16="http://schemas.microsoft.com/office/drawing/2014/main" id="{7285D117-6A6A-4761-9A32-622A6042EF4E}"/>
              </a:ext>
            </a:extLst>
          </p:cNvPr>
          <p:cNvSpPr>
            <a:spLocks xmlns:a="http://schemas.openxmlformats.org/drawingml/2006/main" noGrp="1"/>
          </p:cNvSpPr>
          <p:nvPr/>
        </p:nvSpPr>
        <p:spPr>
          <a:xfrm xmlns:a="http://schemas.openxmlformats.org/drawingml/2006/main">
            <a:off x="2238375" y="7286625"/>
            <a:ext cx="139827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A83033"/>
                </a:solidFill>
                <a:latin typeface="Calibri"/>
                <a:ea typeface="Calibri"/>
                <a:cs typeface="Calibri"/>
              </a:defRPr>
            </a:defPPr>
            <a:lvl1pPr>
              <a:buNone/>
              <a:defRPr sz="2850" b="1">
                <a:solidFill>
                  <a:srgbClr val="A83033"/>
                </a:solidFill>
                <a:latin typeface="Calibri"/>
                <a:ea typeface="Calibri"/>
                <a:cs typeface="Calibri"/>
              </a:defRPr>
            </a:lvl1pPr>
            <a:lvl2pPr>
              <a:buNone/>
              <a:defRPr sz="2850" b="1">
                <a:solidFill>
                  <a:srgbClr val="A83033"/>
                </a:solidFill>
                <a:latin typeface="Calibri"/>
                <a:ea typeface="Calibri"/>
                <a:cs typeface="Calibri"/>
              </a:defRPr>
            </a:lvl2pPr>
            <a:lvl3pPr>
              <a:buNone/>
              <a:defRPr sz="2850" b="1">
                <a:solidFill>
                  <a:srgbClr val="A83033"/>
                </a:solidFill>
                <a:latin typeface="Calibri"/>
                <a:ea typeface="Calibri"/>
                <a:cs typeface="Calibri"/>
              </a:defRPr>
            </a:lvl3pPr>
            <a:lvl4pPr>
              <a:buNone/>
              <a:defRPr sz="2850" b="1">
                <a:solidFill>
                  <a:srgbClr val="A83033"/>
                </a:solidFill>
                <a:latin typeface="Calibri"/>
                <a:ea typeface="Calibri"/>
                <a:cs typeface="Calibri"/>
              </a:defRPr>
            </a:lvl4pPr>
            <a:lvl5pPr>
              <a:buNone/>
              <a:defRPr sz="2850" b="1">
                <a:solidFill>
                  <a:srgbClr val="A83033"/>
                </a:solidFill>
                <a:latin typeface="Calibri"/>
                <a:ea typeface="Calibri"/>
                <a:cs typeface="Calibri"/>
              </a:defRPr>
            </a:lvl5pPr>
            <a:lvl6pPr>
              <a:buNone/>
              <a:defRPr sz="2850" b="1">
                <a:solidFill>
                  <a:srgbClr val="A83033"/>
                </a:solidFill>
                <a:latin typeface="Calibri"/>
                <a:ea typeface="Calibri"/>
                <a:cs typeface="Calibri"/>
              </a:defRPr>
            </a:lvl6pPr>
            <a:lvl7pPr>
              <a:buNone/>
              <a:defRPr sz="2850" b="1">
                <a:solidFill>
                  <a:srgbClr val="A83033"/>
                </a:solidFill>
                <a:latin typeface="Calibri"/>
                <a:ea typeface="Calibri"/>
                <a:cs typeface="Calibri"/>
              </a:defRPr>
            </a:lvl7pPr>
            <a:lvl8pPr>
              <a:buNone/>
              <a:defRPr sz="2850" b="1">
                <a:solidFill>
                  <a:srgbClr val="A83033"/>
                </a:solidFill>
                <a:latin typeface="Calibri"/>
                <a:ea typeface="Calibri"/>
                <a:cs typeface="Calibri"/>
              </a:defRPr>
            </a:lvl8pPr>
            <a:lvl9pPr>
              <a:buNone/>
              <a:defRPr sz="2850" b="1">
                <a:solidFill>
                  <a:srgbClr val="A83033"/>
                </a:solidFill>
                <a:latin typeface="Calibri"/>
                <a:ea typeface="Calibri"/>
                <a:cs typeface="Calibri"/>
              </a:defRPr>
            </a:lvl9pPr>
          </a:lstStyle>
          <a:p xmlns:a="http://schemas.openxmlformats.org/drawingml/2006/main">
            <a:pPr>
              <a:buNone/>
              <a:defRPr sz="2850" b="1">
                <a:solidFill>
                  <a:srgbClr val="A83033"/>
                </a:solidFill>
                <a:latin typeface="Calibri"/>
                <a:ea typeface="Calibri"/>
                <a:cs typeface="Calibri"/>
              </a:defRPr>
            </a:pPr>
            <a:r>
              <a:rPr sz="2850" b="1">
                <a:solidFill>
                  <a:srgbClr val="A83033"/>
                </a:solidFill>
                <a:latin typeface="Calibri"/>
                <a:ea typeface="Calibri"/>
                <a:cs typeface="Calibri"/>
              </a:rPr>
              <a:t>Predict the next 30-second peak, then allocate enough capacity within the configured limit.</a:t>
            </a:r>
          </a:p>
        </p:txBody>
      </p:sp>
      <p:sp>
        <p:nvSpPr>
          <p:cNvPr id="112" name="">
            <a:extLst xmlns:a="http://schemas.openxmlformats.org/drawingml/2006/main">
              <a:ext uri="{FF2B5EF4-FFF2-40B4-BE49-F238E27FC236}">
                <a16:creationId xmlns:a16="http://schemas.microsoft.com/office/drawing/2014/main" id="{3479DC15-18E6-495D-9333-FA956E2344D2}"/>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02 / 18</a:t>
            </a:r>
          </a:p>
        </p:txBody>
      </p:sp>
    </p:spTree>
    <p:extLst>
      <p:ext uri="{BB962C8B-B14F-4D97-AF65-F5344CB8AC3E}">
        <p14:creationId xmlns:p14="http://schemas.microsoft.com/office/powerpoint/2010/main" val="151882046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61" name="Google Shape;361;p26">
            <a:extLst xmlns:a="http://schemas.openxmlformats.org/drawingml/2006/main">
              <a:ext uri="{FF2B5EF4-FFF2-40B4-BE49-F238E27FC236}">
                <a16:creationId xmlns:a16="http://schemas.microsoft.com/office/drawing/2014/main" id="{8463C9F1-FA0B-48E0-8ABD-651575122F4E}"/>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362" name="Google Shape;362;p26">
            <a:extLst xmlns:a="http://schemas.openxmlformats.org/drawingml/2006/main">
              <a:ext uri="{FF2B5EF4-FFF2-40B4-BE49-F238E27FC236}">
                <a16:creationId xmlns:a16="http://schemas.microsoft.com/office/drawing/2014/main" id="{87E29372-A0C7-470F-8DE6-D55BAE5C0F5F}"/>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364" name="Google Shape;364;p26">
            <a:extLst xmlns:a="http://schemas.openxmlformats.org/drawingml/2006/main">
              <a:ext uri="{FF2B5EF4-FFF2-40B4-BE49-F238E27FC236}">
                <a16:creationId xmlns:a16="http://schemas.microsoft.com/office/drawing/2014/main" id="{640D5052-7C58-4BA7-BABB-F9FE4E088571}"/>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365" name="Google Shape;365;p26">
            <a:extLst xmlns:a="http://schemas.openxmlformats.org/drawingml/2006/main">
              <a:ext uri="{FF2B5EF4-FFF2-40B4-BE49-F238E27FC236}">
                <a16:creationId xmlns:a16="http://schemas.microsoft.com/office/drawing/2014/main" id="{6C7E484A-08C2-4350-9B51-5EA0BD638F41}"/>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366" name="Google Shape;366;p26">
            <a:extLst xmlns:a="http://schemas.openxmlformats.org/drawingml/2006/main">
              <a:ext uri="{FF2B5EF4-FFF2-40B4-BE49-F238E27FC236}">
                <a16:creationId xmlns:a16="http://schemas.microsoft.com/office/drawing/2014/main" id="{1E626543-E02F-48A6-9F26-3130AFA28CD3}"/>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8fc7ec1bb51947e0">
              <a:alphaModFix/>
            </a:blip>
            <a:stretch>
              <a:fillRect l="0" t="0" r="0" b="0"/>
            </a:stretch>
          </a:blipFill>
          <a:ln xmlns:a="http://schemas.openxmlformats.org/drawingml/2006/main">
            <a:noFill/>
          </a:ln>
        </p:spPr>
      </p:sp>
      <p:sp>
        <p:nvSpPr>
          <p:cNvPr id="367" name="Google Shape;367;p26">
            <a:extLst xmlns:a="http://schemas.openxmlformats.org/drawingml/2006/main">
              <a:ext uri="{FF2B5EF4-FFF2-40B4-BE49-F238E27FC236}">
                <a16:creationId xmlns:a16="http://schemas.microsoft.com/office/drawing/2014/main" id="{85DBA32C-0EF9-4EE0-8701-FD10CECD49F2}"/>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a43db3c5af8042eb">
              <a:alphaModFix/>
            </a:blip>
            <a:stretch>
              <a:fillRect l="0" t="0" r="0" b="0"/>
            </a:stretch>
          </a:blipFill>
          <a:ln xmlns:a="http://schemas.openxmlformats.org/drawingml/2006/main">
            <a:noFill/>
          </a:ln>
        </p:spPr>
      </p:sp>
      <p:sp>
        <p:nvSpPr>
          <p:cNvPr id="368" name="Google Shape;368;p26">
            <a:extLst xmlns:a="http://schemas.openxmlformats.org/drawingml/2006/main">
              <a:ext uri="{FF2B5EF4-FFF2-40B4-BE49-F238E27FC236}">
                <a16:creationId xmlns:a16="http://schemas.microsoft.com/office/drawing/2014/main" id="{9F6B4327-5FEE-42FD-A35C-953BF203D08B}"/>
              </a:ext>
            </a:extLst>
          </p:cNvPr>
          <p:cNvSpPr>
            <a:spLocks xmlns:a="http://schemas.openxmlformats.org/drawingml/2006/main" noGrp="1"/>
          </p:cNvSpPr>
          <p:nvPr/>
        </p:nvSpPr>
        <p:spPr>
          <a:xfrm xmlns:a="http://schemas.openxmlformats.org/drawingml/2006/main">
            <a:off x="2244013" y="933450"/>
            <a:ext cx="13977987" cy="8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4000"/>
              <a:buFont typeface="Arial"/>
              <a:buNone/>
            </a:pPr>
            <a:r>
              <a:rPr sz="4000" b="0" i="0" u="none" strike="noStrike" cap="none">
                <a:solidFill>
                  <a:srgbClr val="A83033"/>
                </a:solidFill>
                <a:latin typeface="Marcellus"/>
                <a:ea typeface="Marcellus"/>
                <a:cs typeface="Marcellus"/>
              </a:rPr>
              <a:t>System architecture</a:t>
            </a:r>
            <a:endParaRPr/>
          </a:p>
        </p:txBody>
      </p:sp>
      <p:sp>
        <p:nvSpPr>
          <p:cNvPr id="369" name="Google Shape;369;p26">
            <a:extLst xmlns:a="http://schemas.openxmlformats.org/drawingml/2006/main">
              <a:ext uri="{FF2B5EF4-FFF2-40B4-BE49-F238E27FC236}">
                <a16:creationId xmlns:a16="http://schemas.microsoft.com/office/drawing/2014/main" id="{BA04FFDD-BE7E-4254-B920-F2805ADB438D}"/>
              </a:ext>
            </a:extLst>
          </p:cNvPr>
          <p:cNvSpPr>
            <a:spLocks xmlns:a="http://schemas.openxmlformats.org/drawingml/2006/main" noGrp="1"/>
          </p:cNvSpPr>
          <p:nvPr/>
        </p:nvSpPr>
        <p:spPr>
          <a:xfrm xmlns:a="http://schemas.openxmlformats.org/drawingml/2006/main">
            <a:off x="2244013" y="2050000"/>
            <a:ext cx="3119496" cy="2500000"/>
          </a:xfrm>
          <a:prstGeom xmlns:a="http://schemas.openxmlformats.org/drawingml/2006/main" prst="roundRect">
            <a:avLst>
              <a:gd name="adj" fmla="val 5000"/>
            </a:avLst>
          </a:prstGeom>
          <a:solidFill xmlns:a="http://schemas.openxmlformats.org/drawingml/2006/main">
            <a:srgbClr val="F8EBEB"/>
          </a:solidFill>
          <a:ln xmlns:a="http://schemas.openxmlformats.org/drawingml/2006/main">
            <a:noFill/>
          </a:ln>
        </p:spPr>
        <p:txBody>
          <a:bodyPr xmlns:a="http://schemas.openxmlformats.org/drawingml/2006/main" spcFirstLastPara="1" wrap="square" lIns="150000" tIns="150000" rIns="150000" bIns="1500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3218"/>
              <a:buFont typeface="Arial"/>
              <a:buNone/>
            </a:pPr>
            <a:r>
              <a:rPr sz="3219" b="1" i="0" u="none" strike="noStrike" cap="none">
                <a:solidFill>
                  <a:srgbClr val="A83033"/>
                </a:solidFill>
                <a:latin typeface="Calibri"/>
                <a:ea typeface="Calibri"/>
                <a:cs typeface="Calibri"/>
              </a:rPr>
              <a:t>Load generator</a:t>
            </a:r>
            <a:endParaRPr/>
          </a:p>
          <a:p xmlns:a="http://schemas.openxmlformats.org/drawingml/2006/main">
            <a:pPr marL="0" marR="0" lvl="0" indent="0" algn="ctr">
              <a:lnSpc>
                <a:spcPct val="100000"/>
              </a:lnSpc>
              <a:spcBef>
                <a:spcPts val="459"/>
              </a:spcBef>
              <a:spcAft>
                <a:spcPts val="0"/>
              </a:spcAft>
              <a:buClr>
                <a:srgbClr val="000000"/>
              </a:buClr>
              <a:buSzPts val="2760"/>
              <a:buFont typeface="Arial"/>
              <a:buNone/>
            </a:pPr>
            <a:r>
              <a:rPr sz="2760" b="0" i="0" u="none" strike="noStrike" cap="none">
                <a:solidFill>
                  <a:srgbClr val="262626"/>
                </a:solidFill>
                <a:latin typeface="Calibri"/>
                <a:ea typeface="Calibri"/>
                <a:cs typeface="Calibri"/>
              </a:rPr>
              <a:t>Real HTTP replay</a:t>
            </a:r>
            <a:endParaRPr/>
          </a:p>
        </p:txBody>
      </p:sp>
      <p:sp>
        <p:nvSpPr>
          <p:cNvPr id="370" name="Google Shape;370;p26">
            <a:extLst xmlns:a="http://schemas.openxmlformats.org/drawingml/2006/main">
              <a:ext uri="{FF2B5EF4-FFF2-40B4-BE49-F238E27FC236}">
                <a16:creationId xmlns:a16="http://schemas.microsoft.com/office/drawing/2014/main" id="{BD6DF38F-DDD0-4159-AE52-80D854F8222D}"/>
              </a:ext>
            </a:extLst>
          </p:cNvPr>
          <p:cNvSpPr>
            <a:spLocks xmlns:a="http://schemas.openxmlformats.org/drawingml/2006/main" noGrp="1"/>
          </p:cNvSpPr>
          <p:nvPr/>
        </p:nvSpPr>
        <p:spPr>
          <a:xfrm xmlns:a="http://schemas.openxmlformats.org/drawingml/2006/main">
            <a:off x="5438509" y="3000000"/>
            <a:ext cx="350000" cy="600000"/>
          </a:xfrm>
          <a:prstGeom xmlns:a="http://schemas.openxmlformats.org/drawingml/2006/main" prst="rightArrow">
            <a:avLst>
              <a:gd name="adj1" fmla="val 50000"/>
              <a:gd name="adj2" fmla="val 50000"/>
            </a:avLst>
          </a:prstGeom>
          <a:solidFill xmlns:a="http://schemas.openxmlformats.org/drawingml/2006/main">
            <a:srgbClr val="A83033"/>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100000"/>
              </a:lnSpc>
              <a:spcBef>
                <a:spcPts val="0"/>
              </a:spcBef>
              <a:spcAft>
                <a:spcPts val="0"/>
              </a:spcAft>
              <a:buNone/>
            </a:pPr>
            <a:endParaRPr sz="1400" b="0" i="0" u="none" strike="noStrike" cap="none">
              <a:solidFill>
                <a:srgbClr val="000000"/>
              </a:solidFill>
              <a:latin typeface="Arial"/>
              <a:ea typeface="Arial"/>
              <a:cs typeface="Arial"/>
            </a:endParaRPr>
          </a:p>
        </p:txBody>
      </p:sp>
      <p:sp>
        <p:nvSpPr>
          <p:cNvPr id="371" name="Google Shape;371;p26">
            <a:extLst xmlns:a="http://schemas.openxmlformats.org/drawingml/2006/main">
              <a:ext uri="{FF2B5EF4-FFF2-40B4-BE49-F238E27FC236}">
                <a16:creationId xmlns:a16="http://schemas.microsoft.com/office/drawing/2014/main" id="{C9EC6324-59D1-4AC2-85E0-1743C28AF0EC}"/>
              </a:ext>
            </a:extLst>
          </p:cNvPr>
          <p:cNvSpPr>
            <a:spLocks xmlns:a="http://schemas.openxmlformats.org/drawingml/2006/main" noGrp="1"/>
          </p:cNvSpPr>
          <p:nvPr/>
        </p:nvSpPr>
        <p:spPr>
          <a:xfrm xmlns:a="http://schemas.openxmlformats.org/drawingml/2006/main">
            <a:off x="5863509" y="2050000"/>
            <a:ext cx="3119496" cy="2500000"/>
          </a:xfrm>
          <a:prstGeom xmlns:a="http://schemas.openxmlformats.org/drawingml/2006/main" prst="roundRect">
            <a:avLst>
              <a:gd name="adj" fmla="val 5000"/>
            </a:avLst>
          </a:prstGeom>
          <a:solidFill xmlns:a="http://schemas.openxmlformats.org/drawingml/2006/main">
            <a:srgbClr val="F8EBEB"/>
          </a:solidFill>
          <a:ln xmlns:a="http://schemas.openxmlformats.org/drawingml/2006/main">
            <a:noFill/>
          </a:ln>
        </p:spPr>
        <p:txBody>
          <a:bodyPr xmlns:a="http://schemas.openxmlformats.org/drawingml/2006/main" spcFirstLastPara="1" wrap="square" lIns="150000" tIns="150000" rIns="150000" bIns="1500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3218"/>
              <a:buFont typeface="Arial"/>
              <a:buNone/>
            </a:pPr>
            <a:r>
              <a:rPr sz="3219" b="1" i="0" u="none" strike="noStrike" cap="none">
                <a:solidFill>
                  <a:srgbClr val="A83033"/>
                </a:solidFill>
                <a:latin typeface="Calibri"/>
                <a:ea typeface="Calibri"/>
                <a:cs typeface="Calibri"/>
              </a:rPr>
              <a:t>Gateway</a:t>
            </a:r>
            <a:endParaRPr/>
          </a:p>
          <a:p xmlns:a="http://schemas.openxmlformats.org/drawingml/2006/main">
            <a:pPr marL="0" marR="0" lvl="0" indent="0" algn="ctr">
              <a:lnSpc>
                <a:spcPct val="100000"/>
              </a:lnSpc>
              <a:spcBef>
                <a:spcPts val="459"/>
              </a:spcBef>
              <a:spcAft>
                <a:spcPts val="0"/>
              </a:spcAft>
              <a:buClr>
                <a:srgbClr val="000000"/>
              </a:buClr>
              <a:buSzPts val="2760"/>
              <a:buFont typeface="Arial"/>
              <a:buNone/>
            </a:pPr>
            <a:r>
              <a:rPr sz="2760" b="0" i="0" u="none" strike="noStrike" cap="none">
                <a:solidFill>
                  <a:srgbClr val="262626"/>
                </a:solidFill>
                <a:latin typeface="Calibri"/>
                <a:ea typeface="Calibri"/>
                <a:cs typeface="Calibri"/>
              </a:rPr>
              <a:t>Routes to ready pods</a:t>
            </a:r>
            <a:endParaRPr/>
          </a:p>
        </p:txBody>
      </p:sp>
      <p:sp>
        <p:nvSpPr>
          <p:cNvPr id="372" name="Google Shape;372;p26">
            <a:extLst xmlns:a="http://schemas.openxmlformats.org/drawingml/2006/main">
              <a:ext uri="{FF2B5EF4-FFF2-40B4-BE49-F238E27FC236}">
                <a16:creationId xmlns:a16="http://schemas.microsoft.com/office/drawing/2014/main" id="{D02823E3-BD51-4B85-8E1A-84B695F3CB39}"/>
              </a:ext>
            </a:extLst>
          </p:cNvPr>
          <p:cNvSpPr>
            <a:spLocks xmlns:a="http://schemas.openxmlformats.org/drawingml/2006/main" noGrp="1"/>
          </p:cNvSpPr>
          <p:nvPr/>
        </p:nvSpPr>
        <p:spPr>
          <a:xfrm xmlns:a="http://schemas.openxmlformats.org/drawingml/2006/main">
            <a:off x="9058006" y="3000000"/>
            <a:ext cx="350000" cy="600000"/>
          </a:xfrm>
          <a:prstGeom xmlns:a="http://schemas.openxmlformats.org/drawingml/2006/main" prst="rightArrow">
            <a:avLst>
              <a:gd name="adj1" fmla="val 50000"/>
              <a:gd name="adj2" fmla="val 50000"/>
            </a:avLst>
          </a:prstGeom>
          <a:solidFill xmlns:a="http://schemas.openxmlformats.org/drawingml/2006/main">
            <a:srgbClr val="A83033"/>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100000"/>
              </a:lnSpc>
              <a:spcBef>
                <a:spcPts val="0"/>
              </a:spcBef>
              <a:spcAft>
                <a:spcPts val="0"/>
              </a:spcAft>
              <a:buNone/>
            </a:pPr>
            <a:endParaRPr sz="1400" b="0" i="0" u="none" strike="noStrike" cap="none">
              <a:solidFill>
                <a:srgbClr val="000000"/>
              </a:solidFill>
              <a:latin typeface="Arial"/>
              <a:ea typeface="Arial"/>
              <a:cs typeface="Arial"/>
            </a:endParaRPr>
          </a:p>
        </p:txBody>
      </p:sp>
      <p:sp>
        <p:nvSpPr>
          <p:cNvPr id="373" name="Google Shape;373;p26">
            <a:extLst xmlns:a="http://schemas.openxmlformats.org/drawingml/2006/main">
              <a:ext uri="{FF2B5EF4-FFF2-40B4-BE49-F238E27FC236}">
                <a16:creationId xmlns:a16="http://schemas.microsoft.com/office/drawing/2014/main" id="{120FB271-E9B2-41EE-930C-E9579FEC0411}"/>
              </a:ext>
            </a:extLst>
          </p:cNvPr>
          <p:cNvSpPr>
            <a:spLocks xmlns:a="http://schemas.openxmlformats.org/drawingml/2006/main" noGrp="1"/>
          </p:cNvSpPr>
          <p:nvPr/>
        </p:nvSpPr>
        <p:spPr>
          <a:xfrm xmlns:a="http://schemas.openxmlformats.org/drawingml/2006/main">
            <a:off x="9483006" y="2050000"/>
            <a:ext cx="3119496" cy="2500000"/>
          </a:xfrm>
          <a:prstGeom xmlns:a="http://schemas.openxmlformats.org/drawingml/2006/main" prst="roundRect">
            <a:avLst>
              <a:gd name="adj" fmla="val 5000"/>
            </a:avLst>
          </a:prstGeom>
          <a:solidFill xmlns:a="http://schemas.openxmlformats.org/drawingml/2006/main">
            <a:srgbClr val="F8EBEB"/>
          </a:solidFill>
          <a:ln xmlns:a="http://schemas.openxmlformats.org/drawingml/2006/main">
            <a:noFill/>
          </a:ln>
        </p:spPr>
        <p:txBody>
          <a:bodyPr xmlns:a="http://schemas.openxmlformats.org/drawingml/2006/main" spcFirstLastPara="1" wrap="square" lIns="150000" tIns="150000" rIns="150000" bIns="1500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3218"/>
              <a:buFont typeface="Arial"/>
              <a:buNone/>
            </a:pPr>
            <a:r>
              <a:rPr sz="3219" b="1" i="0" u="none" strike="noStrike" cap="none">
                <a:solidFill>
                  <a:srgbClr val="A83033"/>
                </a:solidFill>
                <a:latin typeface="Calibri"/>
                <a:ea typeface="Calibri"/>
                <a:cs typeface="Calibri"/>
              </a:rPr>
              <a:t>Workers</a:t>
            </a:r>
            <a:endParaRPr/>
          </a:p>
          <a:p xmlns:a="http://schemas.openxmlformats.org/drawingml/2006/main">
            <a:pPr marL="0" marR="0" lvl="0" indent="0" algn="ctr">
              <a:lnSpc>
                <a:spcPct val="100000"/>
              </a:lnSpc>
              <a:spcBef>
                <a:spcPts val="459"/>
              </a:spcBef>
              <a:spcAft>
                <a:spcPts val="0"/>
              </a:spcAft>
              <a:buClr>
                <a:srgbClr val="000000"/>
              </a:buClr>
              <a:buSzPts val="2760"/>
              <a:buFont typeface="Arial"/>
              <a:buNone/>
            </a:pPr>
            <a:r>
              <a:rPr sz="2760" b="0" i="0" u="none" strike="noStrike" cap="none">
                <a:solidFill>
                  <a:srgbClr val="262626"/>
                </a:solidFill>
                <a:latin typeface="Calibri"/>
                <a:ea typeface="Calibri"/>
                <a:cs typeface="Calibri"/>
              </a:rPr>
              <a:t>CPU work and telemetry</a:t>
            </a:r>
            <a:endParaRPr/>
          </a:p>
        </p:txBody>
      </p:sp>
      <p:sp>
        <p:nvSpPr>
          <p:cNvPr id="374" name="Google Shape;374;p26">
            <a:extLst xmlns:a="http://schemas.openxmlformats.org/drawingml/2006/main">
              <a:ext uri="{FF2B5EF4-FFF2-40B4-BE49-F238E27FC236}">
                <a16:creationId xmlns:a16="http://schemas.microsoft.com/office/drawing/2014/main" id="{D9F18150-9D6A-48AB-8767-717FD27F846F}"/>
              </a:ext>
            </a:extLst>
          </p:cNvPr>
          <p:cNvSpPr>
            <a:spLocks xmlns:a="http://schemas.openxmlformats.org/drawingml/2006/main" noGrp="1"/>
          </p:cNvSpPr>
          <p:nvPr/>
        </p:nvSpPr>
        <p:spPr>
          <a:xfrm xmlns:a="http://schemas.openxmlformats.org/drawingml/2006/main">
            <a:off x="12677503" y="3000000"/>
            <a:ext cx="350000" cy="600000"/>
          </a:xfrm>
          <a:prstGeom xmlns:a="http://schemas.openxmlformats.org/drawingml/2006/main" prst="rightArrow">
            <a:avLst>
              <a:gd name="adj1" fmla="val 50000"/>
              <a:gd name="adj2" fmla="val 50000"/>
            </a:avLst>
          </a:prstGeom>
          <a:solidFill xmlns:a="http://schemas.openxmlformats.org/drawingml/2006/main">
            <a:srgbClr val="A83033"/>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100000"/>
              </a:lnSpc>
              <a:spcBef>
                <a:spcPts val="0"/>
              </a:spcBef>
              <a:spcAft>
                <a:spcPts val="0"/>
              </a:spcAft>
              <a:buNone/>
            </a:pPr>
            <a:endParaRPr sz="1400" b="0" i="0" u="none" strike="noStrike" cap="none">
              <a:solidFill>
                <a:srgbClr val="000000"/>
              </a:solidFill>
              <a:latin typeface="Arial"/>
              <a:ea typeface="Arial"/>
              <a:cs typeface="Arial"/>
            </a:endParaRPr>
          </a:p>
        </p:txBody>
      </p:sp>
      <p:sp>
        <p:nvSpPr>
          <p:cNvPr id="375" name="Google Shape;375;p26">
            <a:extLst xmlns:a="http://schemas.openxmlformats.org/drawingml/2006/main">
              <a:ext uri="{FF2B5EF4-FFF2-40B4-BE49-F238E27FC236}">
                <a16:creationId xmlns:a16="http://schemas.microsoft.com/office/drawing/2014/main" id="{C5C5158E-58EE-4077-BA7E-6499D68B9A77}"/>
              </a:ext>
            </a:extLst>
          </p:cNvPr>
          <p:cNvSpPr>
            <a:spLocks xmlns:a="http://schemas.openxmlformats.org/drawingml/2006/main" noGrp="1"/>
          </p:cNvSpPr>
          <p:nvPr/>
        </p:nvSpPr>
        <p:spPr>
          <a:xfrm xmlns:a="http://schemas.openxmlformats.org/drawingml/2006/main">
            <a:off x="13102503" y="2050000"/>
            <a:ext cx="3119496" cy="2500000"/>
          </a:xfrm>
          <a:prstGeom xmlns:a="http://schemas.openxmlformats.org/drawingml/2006/main" prst="roundRect">
            <a:avLst>
              <a:gd name="adj" fmla="val 5000"/>
            </a:avLst>
          </a:prstGeom>
          <a:solidFill xmlns:a="http://schemas.openxmlformats.org/drawingml/2006/main">
            <a:srgbClr val="F8EBEB"/>
          </a:solidFill>
          <a:ln xmlns:a="http://schemas.openxmlformats.org/drawingml/2006/main">
            <a:noFill/>
          </a:ln>
        </p:spPr>
        <p:txBody>
          <a:bodyPr xmlns:a="http://schemas.openxmlformats.org/drawingml/2006/main" spcFirstLastPara="1" wrap="square" lIns="150000" tIns="150000" rIns="150000" bIns="150000" anchor="ctr">
            <a:noAutofit/>
          </a:bodyPr>
          <a:lstStyle xmlns:a="http://schemas.openxmlformats.org/drawingml/2006/main"/>
          <a:p xmlns:a="http://schemas.openxmlformats.org/drawingml/2006/main">
            <a:pPr marL="0" marR="0" lvl="0" indent="0" algn="ctr">
              <a:lnSpc>
                <a:spcPct val="100000"/>
              </a:lnSpc>
              <a:spcBef>
                <a:spcPts val="0"/>
              </a:spcBef>
              <a:spcAft>
                <a:spcPts val="0"/>
              </a:spcAft>
              <a:buClr>
                <a:srgbClr val="000000"/>
              </a:buClr>
              <a:buSzPts val="3218"/>
              <a:buFont typeface="Arial"/>
              <a:buNone/>
            </a:pPr>
            <a:r>
              <a:rPr sz="3219" b="1" i="0" u="none" strike="noStrike" cap="none">
                <a:solidFill>
                  <a:srgbClr val="A83033"/>
                </a:solidFill>
                <a:latin typeface="Calibri"/>
                <a:ea typeface="Calibri"/>
                <a:cs typeface="Calibri"/>
              </a:rPr>
              <a:t>ML controller</a:t>
            </a:r>
            <a:endParaRPr/>
          </a:p>
          <a:p xmlns:a="http://schemas.openxmlformats.org/drawingml/2006/main">
            <a:pPr marL="0" marR="0" lvl="0" indent="0" algn="ctr">
              <a:lnSpc>
                <a:spcPct val="100000"/>
              </a:lnSpc>
              <a:spcBef>
                <a:spcPts val="459"/>
              </a:spcBef>
              <a:spcAft>
                <a:spcPts val="0"/>
              </a:spcAft>
              <a:buClr>
                <a:srgbClr val="000000"/>
              </a:buClr>
              <a:buSzPts val="2760"/>
              <a:buFont typeface="Arial"/>
              <a:buNone/>
            </a:pPr>
            <a:r>
              <a:rPr sz="2760" b="0" i="0" u="none" strike="noStrike" cap="none">
                <a:solidFill>
                  <a:srgbClr val="262626"/>
                </a:solidFill>
                <a:latin typeface="Calibri"/>
                <a:ea typeface="Calibri"/>
                <a:cs typeface="Calibri"/>
              </a:rPr>
              <a:t>Forecast and scale</a:t>
            </a:r>
            <a:endParaRPr/>
          </a:p>
        </p:txBody>
      </p:sp>
      <p:sp>
        <p:nvSpPr>
          <p:cNvPr id="376" name="Google Shape;376;p26">
            <a:extLst xmlns:a="http://schemas.openxmlformats.org/drawingml/2006/main">
              <a:ext uri="{FF2B5EF4-FFF2-40B4-BE49-F238E27FC236}">
                <a16:creationId xmlns:a16="http://schemas.microsoft.com/office/drawing/2014/main" id="{702CCA57-CA4A-4FD3-9299-5F1C8C467245}"/>
              </a:ext>
            </a:extLst>
          </p:cNvPr>
          <p:cNvSpPr>
            <a:spLocks xmlns:a="http://schemas.openxmlformats.org/drawingml/2006/main" noGrp="1"/>
          </p:cNvSpPr>
          <p:nvPr/>
        </p:nvSpPr>
        <p:spPr>
          <a:xfrm xmlns:a="http://schemas.openxmlformats.org/drawingml/2006/main">
            <a:off x="2244013" y="4900000"/>
            <a:ext cx="13977987" cy="35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3449"/>
              <a:buFont typeface="Arial"/>
              <a:buNone/>
            </a:pPr>
            <a:r>
              <a:rPr sz="3449" b="1" i="0" u="none" strike="noStrike" cap="none">
                <a:solidFill>
                  <a:srgbClr val="A83033"/>
                </a:solidFill>
                <a:latin typeface="Calibri"/>
                <a:ea typeface="Calibri"/>
                <a:cs typeface="Calibri"/>
              </a:rPr>
              <a:t>Feedback every 10 seconds</a:t>
            </a:r>
            <a:endParaRPr/>
          </a:p>
          <a:p xmlns:a="http://schemas.openxmlformats.org/drawingml/2006/main">
            <a:pPr marL="400000" marR="0" lvl="0" indent="-400000" algn="l">
              <a:lnSpc>
                <a:spcPct val="100000"/>
              </a:lnSpc>
              <a:spcBef>
                <a:spcPts val="575"/>
              </a:spcBef>
              <a:spcAft>
                <a:spcPts val="0"/>
              </a:spcAft>
              <a:buClr>
                <a:srgbClr val="A83033"/>
              </a:buClr>
              <a:buSzPts val="2989"/>
              <a:buFont typeface="Arial"/>
              <a:buChar char="•"/>
            </a:pPr>
            <a:r>
              <a:rPr sz="2989" b="0" i="0" u="none" strike="noStrike" cap="none">
                <a:solidFill>
                  <a:srgbClr val="262626"/>
                </a:solidFill>
                <a:latin typeface="Calibri"/>
                <a:ea typeface="Calibri"/>
                <a:cs typeface="Calibri"/>
              </a:rPr>
              <a:t>The controller reads actual demand, p95 latency and pod readiness.</a:t>
            </a:r>
            <a:endParaRPr/>
          </a:p>
          <a:p xmlns:a="http://schemas.openxmlformats.org/drawingml/2006/main">
            <a:pPr marL="400000" marR="0" lvl="0" indent="-400000" algn="l">
              <a:lnSpc>
                <a:spcPct val="100000"/>
              </a:lnSpc>
              <a:spcBef>
                <a:spcPts val="575"/>
              </a:spcBef>
              <a:spcAft>
                <a:spcPts val="0"/>
              </a:spcAft>
              <a:buClr>
                <a:srgbClr val="A83033"/>
              </a:buClr>
              <a:buSzPts val="2989"/>
              <a:buFont typeface="Arial"/>
              <a:buChar char="•"/>
            </a:pPr>
            <a:r>
              <a:rPr sz="2989" b="0" i="0" u="none" strike="noStrike" cap="none">
                <a:solidFill>
                  <a:srgbClr val="262626"/>
                </a:solidFill>
                <a:latin typeface="Calibri"/>
                <a:ea typeface="Calibri"/>
                <a:cs typeface="Calibri"/>
              </a:rPr>
              <a:t>It changes the worker Deployment through the Kubernetes API.</a:t>
            </a:r>
            <a:endParaRPr/>
          </a:p>
          <a:p xmlns:a="http://schemas.openxmlformats.org/drawingml/2006/main">
            <a:pPr marL="400000" marR="0" lvl="0" indent="-400000" algn="l">
              <a:lnSpc>
                <a:spcPct val="100000"/>
              </a:lnSpc>
              <a:spcBef>
                <a:spcPts val="575"/>
              </a:spcBef>
              <a:spcAft>
                <a:spcPts val="0"/>
              </a:spcAft>
              <a:buClr>
                <a:srgbClr val="A83033"/>
              </a:buClr>
              <a:buSzPts val="2989"/>
              <a:buFont typeface="Arial"/>
              <a:buChar char="•"/>
            </a:pPr>
            <a:r>
              <a:rPr sz="2989" b="0" i="0" u="none" strike="noStrike" cap="none">
                <a:solidFill>
                  <a:srgbClr val="262626"/>
                </a:solidFill>
                <a:latin typeface="Calibri"/>
                <a:ea typeface="Calibri"/>
                <a:cs typeface="Calibri"/>
              </a:rPr>
              <a:t>Docker Desktop hosts Minikube on a single laptop.</a:t>
            </a:r>
            <a:endParaRPr/>
          </a:p>
          <a:p xmlns:a="http://schemas.openxmlformats.org/drawingml/2006/main">
            <a:pPr marL="0" marR="0" lvl="0" indent="0" algn="l">
              <a:lnSpc>
                <a:spcPct val="100000"/>
              </a:lnSpc>
              <a:spcBef>
                <a:spcPts val="1035"/>
              </a:spcBef>
              <a:spcAft>
                <a:spcPts val="0"/>
              </a:spcAft>
              <a:buClr>
                <a:srgbClr val="000000"/>
              </a:buClr>
              <a:buSzPts val="2760"/>
              <a:buFont typeface="Arial"/>
              <a:buNone/>
            </a:pPr>
            <a:r>
              <a:rPr sz="2760" b="0" i="1" u="none" strike="noStrike" cap="none">
                <a:solidFill>
                  <a:srgbClr val="595959"/>
                </a:solidFill>
                <a:latin typeface="Calibri"/>
                <a:ea typeface="Calibri"/>
                <a:cs typeface="Calibri"/>
              </a:rPr>
              <a:t>Application replicas share one node.</a:t>
            </a:r>
            <a:endParaRPr/>
          </a:p>
        </p:txBody>
      </p:sp>
      <p:sp>
        <p:nvSpPr>
          <p:cNvPr id="377" name="">
            <a:extLst xmlns:a="http://schemas.openxmlformats.org/drawingml/2006/main">
              <a:ext uri="{FF2B5EF4-FFF2-40B4-BE49-F238E27FC236}">
                <a16:creationId xmlns:a16="http://schemas.microsoft.com/office/drawing/2014/main" id="{854895B2-9E21-4DE7-B833-2ABFE66D93D6}"/>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03 / 18</a:t>
            </a:r>
          </a:p>
        </p:txBody>
      </p:sp>
    </p:spTree>
    <p:extLst>
      <p:ext uri="{BB962C8B-B14F-4D97-AF65-F5344CB8AC3E}">
        <p14:creationId xmlns:p14="http://schemas.microsoft.com/office/powerpoint/2010/main" val="96565891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179259b4cc644e9d">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8465a1e510c740da">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257F4345-DE21-41B9-AF05-42318FD0582D}"/>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ML inputs and prediction horizon</a:t>
            </a:r>
          </a:p>
        </p:txBody>
      </p:sp>
      <p:graphicFrame>
        <p:nvGraphicFramePr>
          <p:cNvPr id="108" name="Table 107">
            <a:extLst xmlns:a="http://schemas.openxmlformats.org/drawingml/2006/main">
              <a:ext uri="{FF2B5EF4-FFF2-40B4-BE49-F238E27FC236}">
                <a16:creationId xmlns:a16="http://schemas.microsoft.com/office/drawing/2014/main" id="{40656E3D-659D-4897-BFD8-FE44EA8C3281}"/>
              </a:ext>
            </a:extLst>
          </p:cNvPr>
          <p:cNvGraphicFramePr/>
          <p:nvPr/>
        </p:nvGraphicFramePr>
        <p:xfrm>
          <a:off xmlns:a="http://schemas.openxmlformats.org/drawingml/2006/main" x="2238375" y="2190750"/>
          <a:ext xmlns:a="http://schemas.openxmlformats.org/drawingml/2006/main" cx="13982700" cy="4000500"/>
        </p:xfrm>
        <a:graphic xmlns:a="http://schemas.openxmlformats.org/drawingml/2006/main">
          <a:graphicData uri="http://schemas.openxmlformats.org/drawingml/2006/table">
            <a:tbl>
              <a:tblPr/>
              <a:tblGrid>
                <a:gridCol w="4667250"/>
                <a:gridCol w="9315450"/>
              </a:tblGrid>
              <a:tr h="800100">
                <a:tc>
                  <a:txBody>
                    <a:bodyPr/>
                    <a:lstStyle/>
                    <a:p>
                      <a:r>
                        <a:rPr sz="2700" b="1">
                          <a:solidFill>
                            <a:srgbClr val="FFFFFF"/>
                          </a:solidFill>
                          <a:latin typeface="Calibri"/>
                          <a:ea typeface="Calibri"/>
                          <a:cs typeface="Calibri"/>
                        </a:rPr>
                        <a:t>Input or target</a:t>
                      </a:r>
                    </a:p>
                  </a:txBody>
                  <a:tcPr marL="91440" marR="91440" marT="45720" marB="45720">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a:lstStyle/>
                    <a:p>
                      <a:r>
                        <a:rPr sz="2700" b="1">
                          <a:solidFill>
                            <a:srgbClr val="FFFFFF"/>
                          </a:solidFill>
                          <a:latin typeface="Calibri"/>
                          <a:ea typeface="Calibri"/>
                          <a:cs typeface="Calibri"/>
                        </a:rPr>
                        <a:t>Definition</a:t>
                      </a:r>
                    </a:p>
                  </a:txBody>
                  <a:tcPr marL="91440" marR="91440" marT="45720" marB="45720">
                    <a:lnL w="28575" cmpd="sng">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r>
              <a:tr h="800100">
                <a:tc>
                  <a:txBody>
                    <a:bodyPr/>
                    <a:lstStyle/>
                    <a:p>
                      <a:r>
                        <a:rPr sz="2700" b="0">
                          <a:solidFill>
                            <a:srgbClr val="333333"/>
                          </a:solidFill>
                          <a:latin typeface="Calibri"/>
                          <a:ea typeface="Calibri"/>
                          <a:cs typeface="Calibri"/>
                        </a:rPr>
                        <a:t>Six demand lags</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00" b="0">
                          <a:solidFill>
                            <a:srgbClr val="333333"/>
                          </a:solidFill>
                          <a:latin typeface="Calibri"/>
                          <a:ea typeface="Calibri"/>
                          <a:cs typeface="Calibri"/>
                        </a:rPr>
                        <a:t>Actual sends per 10-second window</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r>
              <a:tr h="800100">
                <a:tc>
                  <a:txBody>
                    <a:bodyPr/>
                    <a:lstStyle/>
                    <a:p>
                      <a:r>
                        <a:rPr sz="2700" b="0">
                          <a:solidFill>
                            <a:srgbClr val="333333"/>
                          </a:solidFill>
                          <a:latin typeface="Calibri"/>
                          <a:ea typeface="Calibri"/>
                          <a:cs typeface="Calibri"/>
                        </a:rPr>
                        <a:t>Four derived features</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c>
                  <a:txBody>
                    <a:bodyPr/>
                    <a:lstStyle/>
                    <a:p>
                      <a:r>
                        <a:rPr sz="2700" b="0">
                          <a:solidFill>
                            <a:srgbClr val="333333"/>
                          </a:solidFill>
                          <a:latin typeface="Calibri"/>
                          <a:ea typeface="Calibri"/>
                          <a:cs typeface="Calibri"/>
                        </a:rPr>
                        <a:t>Mean, standard deviation, maximum and slope</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r>
              <a:tr h="800100">
                <a:tc>
                  <a:txBody>
                    <a:bodyPr/>
                    <a:lstStyle/>
                    <a:p>
                      <a:r>
                        <a:rPr sz="2700" b="0">
                          <a:solidFill>
                            <a:srgbClr val="333333"/>
                          </a:solidFill>
                          <a:latin typeface="Calibri"/>
                          <a:ea typeface="Calibri"/>
                          <a:cs typeface="Calibri"/>
                        </a:rPr>
                        <a:t>Prediction target</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00" b="0">
                          <a:solidFill>
                            <a:srgbClr val="333333"/>
                          </a:solidFill>
                          <a:latin typeface="Calibri"/>
                          <a:ea typeface="Calibri"/>
                          <a:cs typeface="Calibri"/>
                        </a:rPr>
                        <a:t>Peak RPS in the next three windows</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r>
              <a:tr h="800100">
                <a:tc>
                  <a:txBody>
                    <a:bodyPr/>
                    <a:lstStyle/>
                    <a:p>
                      <a:r>
                        <a:rPr sz="2700" b="0">
                          <a:solidFill>
                            <a:srgbClr val="333333"/>
                          </a:solidFill>
                          <a:latin typeface="Calibri"/>
                          <a:ea typeface="Calibri"/>
                          <a:cs typeface="Calibri"/>
                        </a:rPr>
                        <a:t>Other controller signals</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c>
                  <a:txBody>
                    <a:bodyPr/>
                    <a:lstStyle/>
                    <a:p>
                      <a:r>
                        <a:rPr sz="2700" b="0">
                          <a:solidFill>
                            <a:srgbClr val="333333"/>
                          </a:solidFill>
                          <a:latin typeface="Calibri"/>
                          <a:ea typeface="Calibri"/>
                          <a:cs typeface="Calibri"/>
                        </a:rPr>
                        <a:t>p95 latency, errors, ready and pending pods</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r>
            </a:tbl>
          </a:graphicData>
        </a:graphic>
      </p:graphicFrame>
      <p:sp>
        <p:nvSpPr>
          <p:cNvPr id="109" name="Rectangle 108">
            <a:extLst xmlns:a="http://schemas.openxmlformats.org/drawingml/2006/main">
              <a:ext uri="{FF2B5EF4-FFF2-40B4-BE49-F238E27FC236}">
                <a16:creationId xmlns:a16="http://schemas.microsoft.com/office/drawing/2014/main" id="{DE260DD8-8F5D-44B0-A28C-F5A1B1BDE2F9}"/>
              </a:ext>
            </a:extLst>
          </p:cNvPr>
          <p:cNvSpPr>
            <a:spLocks xmlns:a="http://schemas.openxmlformats.org/drawingml/2006/main" noGrp="1"/>
          </p:cNvSpPr>
          <p:nvPr/>
        </p:nvSpPr>
        <p:spPr>
          <a:xfrm xmlns:a="http://schemas.openxmlformats.org/drawingml/2006/main">
            <a:off x="2238375" y="6810375"/>
            <a:ext cx="139827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A83033"/>
                </a:solidFill>
                <a:latin typeface="Calibri"/>
                <a:ea typeface="Calibri"/>
                <a:cs typeface="Calibri"/>
              </a:defRPr>
            </a:defPPr>
            <a:lvl1pPr>
              <a:buNone/>
              <a:defRPr sz="3000" b="1">
                <a:solidFill>
                  <a:srgbClr val="A83033"/>
                </a:solidFill>
                <a:latin typeface="Calibri"/>
                <a:ea typeface="Calibri"/>
                <a:cs typeface="Calibri"/>
              </a:defRPr>
            </a:lvl1pPr>
            <a:lvl2pPr>
              <a:buNone/>
              <a:defRPr sz="3000" b="1">
                <a:solidFill>
                  <a:srgbClr val="A83033"/>
                </a:solidFill>
                <a:latin typeface="Calibri"/>
                <a:ea typeface="Calibri"/>
                <a:cs typeface="Calibri"/>
              </a:defRPr>
            </a:lvl2pPr>
            <a:lvl3pPr>
              <a:buNone/>
              <a:defRPr sz="3000" b="1">
                <a:solidFill>
                  <a:srgbClr val="A83033"/>
                </a:solidFill>
                <a:latin typeface="Calibri"/>
                <a:ea typeface="Calibri"/>
                <a:cs typeface="Calibri"/>
              </a:defRPr>
            </a:lvl3pPr>
            <a:lvl4pPr>
              <a:buNone/>
              <a:defRPr sz="3000" b="1">
                <a:solidFill>
                  <a:srgbClr val="A83033"/>
                </a:solidFill>
                <a:latin typeface="Calibri"/>
                <a:ea typeface="Calibri"/>
                <a:cs typeface="Calibri"/>
              </a:defRPr>
            </a:lvl4pPr>
            <a:lvl5pPr>
              <a:buNone/>
              <a:defRPr sz="3000" b="1">
                <a:solidFill>
                  <a:srgbClr val="A83033"/>
                </a:solidFill>
                <a:latin typeface="Calibri"/>
                <a:ea typeface="Calibri"/>
                <a:cs typeface="Calibri"/>
              </a:defRPr>
            </a:lvl5pPr>
            <a:lvl6pPr>
              <a:buNone/>
              <a:defRPr sz="3000" b="1">
                <a:solidFill>
                  <a:srgbClr val="A83033"/>
                </a:solidFill>
                <a:latin typeface="Calibri"/>
                <a:ea typeface="Calibri"/>
                <a:cs typeface="Calibri"/>
              </a:defRPr>
            </a:lvl6pPr>
            <a:lvl7pPr>
              <a:buNone/>
              <a:defRPr sz="3000" b="1">
                <a:solidFill>
                  <a:srgbClr val="A83033"/>
                </a:solidFill>
                <a:latin typeface="Calibri"/>
                <a:ea typeface="Calibri"/>
                <a:cs typeface="Calibri"/>
              </a:defRPr>
            </a:lvl7pPr>
            <a:lvl8pPr>
              <a:buNone/>
              <a:defRPr sz="3000" b="1">
                <a:solidFill>
                  <a:srgbClr val="A83033"/>
                </a:solidFill>
                <a:latin typeface="Calibri"/>
                <a:ea typeface="Calibri"/>
                <a:cs typeface="Calibri"/>
              </a:defRPr>
            </a:lvl8pPr>
            <a:lvl9pPr>
              <a:buNone/>
              <a:defRPr sz="3000" b="1">
                <a:solidFill>
                  <a:srgbClr val="A83033"/>
                </a:solidFill>
                <a:latin typeface="Calibri"/>
                <a:ea typeface="Calibri"/>
                <a:cs typeface="Calibri"/>
              </a:defRPr>
            </a:lvl9pPr>
          </a:lstStyle>
          <a:p xmlns:a="http://schemas.openxmlformats.org/drawingml/2006/main">
            <a:pPr>
              <a:buNone/>
              <a:defRPr sz="3000" b="1">
                <a:solidFill>
                  <a:srgbClr val="A83033"/>
                </a:solidFill>
                <a:latin typeface="Calibri"/>
                <a:ea typeface="Calibri"/>
                <a:cs typeface="Calibri"/>
              </a:defRPr>
            </a:pPr>
            <a:r>
              <a:rPr sz="3000" b="1">
                <a:solidFill>
                  <a:srgbClr val="A83033"/>
                </a:solidFill>
                <a:latin typeface="Calibri"/>
                <a:ea typeface="Calibri"/>
                <a:cs typeface="Calibri"/>
              </a:rPr>
              <a:t>60 seconds of past demand produces a 30-second forecast. The future arrival schedule never enters the model.</a:t>
            </a:r>
          </a:p>
        </p:txBody>
      </p:sp>
      <p:sp>
        <p:nvSpPr>
          <p:cNvPr id="110" name="">
            <a:extLst xmlns:a="http://schemas.openxmlformats.org/drawingml/2006/main">
              <a:ext uri="{FF2B5EF4-FFF2-40B4-BE49-F238E27FC236}">
                <a16:creationId xmlns:a16="http://schemas.microsoft.com/office/drawing/2014/main" id="{61D7A06C-38A2-41E3-B66D-5B40A1F89988}"/>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04 / 18</a:t>
            </a:r>
          </a:p>
        </p:txBody>
      </p:sp>
    </p:spTree>
    <p:extLst>
      <p:ext uri="{BB962C8B-B14F-4D97-AF65-F5344CB8AC3E}">
        <p14:creationId xmlns:p14="http://schemas.microsoft.com/office/powerpoint/2010/main" val="151882046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6155890a52ec4848">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8e3fc64468054496">
              <a:alphaModFix/>
            </a:blip>
            <a:stretch>
              <a:fillRect l="0" t="0" r="0" b="0"/>
            </a:stretch>
          </a:blipFill>
          <a:ln xmlns:a="http://schemas.openxmlformats.org/drawingml/2006/main">
            <a:noFill/>
          </a:ln>
        </p:spPr>
      </p:sp>
      <p:sp>
        <p:nvSpPr>
          <p:cNvPr id="107" name="">
            <a:extLst xmlns:a="http://schemas.openxmlformats.org/drawingml/2006/main">
              <a:ext uri="{FF2B5EF4-FFF2-40B4-BE49-F238E27FC236}">
                <a16:creationId xmlns:a16="http://schemas.microsoft.com/office/drawing/2014/main" id="{C6890B09-A90A-4A72-9B80-69DE15859EAA}"/>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defRPr sz="4000" b="0">
                <a:solidFill>
                  <a:srgbClr val="A83033"/>
                </a:solidFill>
                <a:latin typeface="Marcellus"/>
                <a:ea typeface="Marcellus"/>
                <a:cs typeface="Marcellus"/>
              </a:defRPr>
            </a:lvl1pPr>
            <a:lvl2pPr>
              <a:defRPr sz="4000" b="0">
                <a:solidFill>
                  <a:srgbClr val="A83033"/>
                </a:solidFill>
                <a:latin typeface="Marcellus"/>
                <a:ea typeface="Marcellus"/>
                <a:cs typeface="Marcellus"/>
              </a:defRPr>
            </a:lvl2pPr>
            <a:lvl3pPr>
              <a:defRPr sz="4000" b="0">
                <a:solidFill>
                  <a:srgbClr val="A83033"/>
                </a:solidFill>
                <a:latin typeface="Marcellus"/>
                <a:ea typeface="Marcellus"/>
                <a:cs typeface="Marcellus"/>
              </a:defRPr>
            </a:lvl3pPr>
            <a:lvl4pPr>
              <a:defRPr sz="4000" b="0">
                <a:solidFill>
                  <a:srgbClr val="A83033"/>
                </a:solidFill>
                <a:latin typeface="Marcellus"/>
                <a:ea typeface="Marcellus"/>
                <a:cs typeface="Marcellus"/>
              </a:defRPr>
            </a:lvl4pPr>
            <a:lvl5pPr>
              <a:defRPr sz="4000" b="0">
                <a:solidFill>
                  <a:srgbClr val="A83033"/>
                </a:solidFill>
                <a:latin typeface="Marcellus"/>
                <a:ea typeface="Marcellus"/>
                <a:cs typeface="Marcellus"/>
              </a:defRPr>
            </a:lvl5pPr>
            <a:lvl6pPr>
              <a:defRPr sz="4000" b="0">
                <a:solidFill>
                  <a:srgbClr val="A83033"/>
                </a:solidFill>
                <a:latin typeface="Marcellus"/>
                <a:ea typeface="Marcellus"/>
                <a:cs typeface="Marcellus"/>
              </a:defRPr>
            </a:lvl6pPr>
            <a:lvl7pPr>
              <a:defRPr sz="4000" b="0">
                <a:solidFill>
                  <a:srgbClr val="A83033"/>
                </a:solidFill>
                <a:latin typeface="Marcellus"/>
                <a:ea typeface="Marcellus"/>
                <a:cs typeface="Marcellus"/>
              </a:defRPr>
            </a:lvl7pPr>
            <a:lvl8pPr>
              <a:defRPr sz="4000" b="0">
                <a:solidFill>
                  <a:srgbClr val="A83033"/>
                </a:solidFill>
                <a:latin typeface="Marcellus"/>
                <a:ea typeface="Marcellus"/>
                <a:cs typeface="Marcellus"/>
              </a:defRPr>
            </a:lvl8pPr>
            <a:lvl9pPr>
              <a:defRPr sz="4000" b="0">
                <a:solidFill>
                  <a:srgbClr val="A83033"/>
                </a:solidFill>
                <a:latin typeface="Marcellus"/>
                <a:ea typeface="Marcellus"/>
                <a:cs typeface="Marcellus"/>
              </a:defRPr>
            </a:lvl9pPr>
          </a:lstStyle>
          <a:p xmlns:a="http://schemas.openxmlformats.org/drawingml/2006/main">
            <a:pPr>
              <a:defRPr sz="4000" b="0">
                <a:solidFill>
                  <a:srgbClr val="A83033"/>
                </a:solidFill>
                <a:latin typeface="Marcellus"/>
                <a:ea typeface="Marcellus"/>
                <a:cs typeface="Marcellus"/>
              </a:defRPr>
            </a:pPr>
            <a:r>
              <a:rPr sz="4000" b="0">
                <a:solidFill>
                  <a:srgbClr val="A83033"/>
                </a:solidFill>
                <a:latin typeface="Marcellus"/>
                <a:ea typeface="Marcellus"/>
                <a:cs typeface="Marcellus"/>
              </a:rPr>
              <a:t>ML training and prediction accuracy</a:t>
            </a:r>
          </a:p>
        </p:txBody>
      </p:sp>
      <p:sp>
        <p:nvSpPr>
          <p:cNvPr id="108" name="">
            <a:extLst xmlns:a="http://schemas.openxmlformats.org/drawingml/2006/main">
              <a:ext uri="{FF2B5EF4-FFF2-40B4-BE49-F238E27FC236}">
                <a16:creationId xmlns:a16="http://schemas.microsoft.com/office/drawing/2014/main" id="{9ED448BF-B892-4FBB-94E4-5DDFCC0506FA}"/>
              </a:ext>
            </a:extLst>
          </p:cNvPr>
          <p:cNvSpPr>
            <a:spLocks xmlns:a="http://schemas.openxmlformats.org/drawingml/2006/main" noGrp="1"/>
          </p:cNvSpPr>
          <p:nvPr/>
        </p:nvSpPr>
        <p:spPr>
          <a:xfrm xmlns:a="http://schemas.openxmlformats.org/drawingml/2006/main">
            <a:off x="2238375" y="2190750"/>
            <a:ext cx="1398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A83033"/>
                </a:solidFill>
                <a:latin typeface="Calibri"/>
                <a:ea typeface="Calibri"/>
                <a:cs typeface="Calibri"/>
              </a:defRPr>
            </a:defPPr>
            <a:lvl1pPr>
              <a:defRPr sz="3225" b="1">
                <a:solidFill>
                  <a:srgbClr val="A83033"/>
                </a:solidFill>
                <a:latin typeface="Calibri"/>
                <a:ea typeface="Calibri"/>
                <a:cs typeface="Calibri"/>
              </a:defRPr>
            </a:lvl1pPr>
            <a:lvl2pPr>
              <a:defRPr sz="3225" b="1">
                <a:solidFill>
                  <a:srgbClr val="A83033"/>
                </a:solidFill>
                <a:latin typeface="Calibri"/>
                <a:ea typeface="Calibri"/>
                <a:cs typeface="Calibri"/>
              </a:defRPr>
            </a:lvl2pPr>
            <a:lvl3pPr>
              <a:defRPr sz="3225" b="1">
                <a:solidFill>
                  <a:srgbClr val="A83033"/>
                </a:solidFill>
                <a:latin typeface="Calibri"/>
                <a:ea typeface="Calibri"/>
                <a:cs typeface="Calibri"/>
              </a:defRPr>
            </a:lvl3pPr>
            <a:lvl4pPr>
              <a:defRPr sz="3225" b="1">
                <a:solidFill>
                  <a:srgbClr val="A83033"/>
                </a:solidFill>
                <a:latin typeface="Calibri"/>
                <a:ea typeface="Calibri"/>
                <a:cs typeface="Calibri"/>
              </a:defRPr>
            </a:lvl4pPr>
            <a:lvl5pPr>
              <a:defRPr sz="3225" b="1">
                <a:solidFill>
                  <a:srgbClr val="A83033"/>
                </a:solidFill>
                <a:latin typeface="Calibri"/>
                <a:ea typeface="Calibri"/>
                <a:cs typeface="Calibri"/>
              </a:defRPr>
            </a:lvl5pPr>
            <a:lvl6pPr>
              <a:defRPr sz="3225" b="1">
                <a:solidFill>
                  <a:srgbClr val="A83033"/>
                </a:solidFill>
                <a:latin typeface="Calibri"/>
                <a:ea typeface="Calibri"/>
                <a:cs typeface="Calibri"/>
              </a:defRPr>
            </a:lvl6pPr>
            <a:lvl7pPr>
              <a:defRPr sz="3225" b="1">
                <a:solidFill>
                  <a:srgbClr val="A83033"/>
                </a:solidFill>
                <a:latin typeface="Calibri"/>
                <a:ea typeface="Calibri"/>
                <a:cs typeface="Calibri"/>
              </a:defRPr>
            </a:lvl7pPr>
            <a:lvl8pPr>
              <a:defRPr sz="3225" b="1">
                <a:solidFill>
                  <a:srgbClr val="A83033"/>
                </a:solidFill>
                <a:latin typeface="Calibri"/>
                <a:ea typeface="Calibri"/>
                <a:cs typeface="Calibri"/>
              </a:defRPr>
            </a:lvl8pPr>
            <a:lvl9pPr>
              <a:defRPr sz="3225" b="1">
                <a:solidFill>
                  <a:srgbClr val="A83033"/>
                </a:solidFill>
                <a:latin typeface="Calibri"/>
                <a:ea typeface="Calibri"/>
                <a:cs typeface="Calibri"/>
              </a:defRPr>
            </a:lvl9pPr>
          </a:lstStyle>
          <a:p xmlns:a="http://schemas.openxmlformats.org/drawingml/2006/main">
            <a:pPr>
              <a:defRPr sz="3225" b="1">
                <a:solidFill>
                  <a:srgbClr val="A83033"/>
                </a:solidFill>
                <a:latin typeface="Calibri"/>
                <a:ea typeface="Calibri"/>
                <a:cs typeface="Calibri"/>
              </a:defRPr>
            </a:pPr>
            <a:r>
              <a:rPr sz="3225" b="1">
                <a:solidFill>
                  <a:srgbClr val="A83033"/>
                </a:solidFill>
                <a:latin typeface="Calibri"/>
                <a:ea typeface="Calibri"/>
                <a:cs typeface="Calibri"/>
              </a:rPr>
              <a:t>Standardized Ridge regression</a:t>
            </a:r>
          </a:p>
        </p:txBody>
      </p:sp>
      <p:sp>
        <p:nvSpPr>
          <p:cNvPr id="109" name="">
            <a:extLst xmlns:a="http://schemas.openxmlformats.org/drawingml/2006/main">
              <a:ext uri="{FF2B5EF4-FFF2-40B4-BE49-F238E27FC236}">
                <a16:creationId xmlns:a16="http://schemas.microsoft.com/office/drawing/2014/main" id="{D6C74D96-4486-48ED-AAE6-CEB49A0C2252}"/>
              </a:ext>
            </a:extLst>
          </p:cNvPr>
          <p:cNvSpPr>
            <a:spLocks xmlns:a="http://schemas.openxmlformats.org/drawingml/2006/main" noGrp="1"/>
          </p:cNvSpPr>
          <p:nvPr/>
        </p:nvSpPr>
        <p:spPr>
          <a:xfrm xmlns:a="http://schemas.openxmlformats.org/drawingml/2006/main">
            <a:off x="2238375" y="3143250"/>
            <a:ext cx="7239000" cy="452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333333"/>
                </a:solidFill>
                <a:latin typeface="Calibri"/>
                <a:ea typeface="Calibri"/>
                <a:cs typeface="Calibri"/>
              </a:defRPr>
            </a:defPPr>
            <a:lvl1pPr>
              <a:defRPr sz="2925" b="0">
                <a:solidFill>
                  <a:srgbClr val="333333"/>
                </a:solidFill>
                <a:latin typeface="Calibri"/>
                <a:ea typeface="Calibri"/>
                <a:cs typeface="Calibri"/>
              </a:defRPr>
            </a:lvl1pPr>
            <a:lvl2pPr>
              <a:defRPr sz="2925" b="0">
                <a:solidFill>
                  <a:srgbClr val="333333"/>
                </a:solidFill>
                <a:latin typeface="Calibri"/>
                <a:ea typeface="Calibri"/>
                <a:cs typeface="Calibri"/>
              </a:defRPr>
            </a:lvl2pPr>
            <a:lvl3pPr>
              <a:defRPr sz="2925" b="0">
                <a:solidFill>
                  <a:srgbClr val="333333"/>
                </a:solidFill>
                <a:latin typeface="Calibri"/>
                <a:ea typeface="Calibri"/>
                <a:cs typeface="Calibri"/>
              </a:defRPr>
            </a:lvl3pPr>
            <a:lvl4pPr>
              <a:defRPr sz="2925" b="0">
                <a:solidFill>
                  <a:srgbClr val="333333"/>
                </a:solidFill>
                <a:latin typeface="Calibri"/>
                <a:ea typeface="Calibri"/>
                <a:cs typeface="Calibri"/>
              </a:defRPr>
            </a:lvl4pPr>
            <a:lvl5pPr>
              <a:defRPr sz="2925" b="0">
                <a:solidFill>
                  <a:srgbClr val="333333"/>
                </a:solidFill>
                <a:latin typeface="Calibri"/>
                <a:ea typeface="Calibri"/>
                <a:cs typeface="Calibri"/>
              </a:defRPr>
            </a:lvl5pPr>
            <a:lvl6pPr>
              <a:defRPr sz="2925" b="0">
                <a:solidFill>
                  <a:srgbClr val="333333"/>
                </a:solidFill>
                <a:latin typeface="Calibri"/>
                <a:ea typeface="Calibri"/>
                <a:cs typeface="Calibri"/>
              </a:defRPr>
            </a:lvl6pPr>
            <a:lvl7pPr>
              <a:defRPr sz="2925" b="0">
                <a:solidFill>
                  <a:srgbClr val="333333"/>
                </a:solidFill>
                <a:latin typeface="Calibri"/>
                <a:ea typeface="Calibri"/>
                <a:cs typeface="Calibri"/>
              </a:defRPr>
            </a:lvl7pPr>
            <a:lvl8pPr>
              <a:defRPr sz="2925" b="0">
                <a:solidFill>
                  <a:srgbClr val="333333"/>
                </a:solidFill>
                <a:latin typeface="Calibri"/>
                <a:ea typeface="Calibri"/>
                <a:cs typeface="Calibri"/>
              </a:defRPr>
            </a:lvl8pPr>
            <a:lvl9pPr>
              <a:defRPr sz="2925" b="0">
                <a:solidFill>
                  <a:srgbClr val="333333"/>
                </a:solidFill>
                <a:latin typeface="Calibri"/>
                <a:ea typeface="Calibri"/>
                <a:cs typeface="Calibri"/>
              </a:defRPr>
            </a:lvl9pPr>
          </a:lstStyle>
          <a:p xmlns:a="http://schemas.openxmlformats.org/drawingml/2006/main">
            <a:pPr>
              <a:defRPr sz="2925" b="0">
                <a:solidFill>
                  <a:srgbClr val="333333"/>
                </a:solidFill>
                <a:latin typeface="Calibri"/>
                <a:ea typeface="Calibri"/>
                <a:cs typeface="Calibri"/>
              </a:defRPr>
            </a:pPr>
            <a:r>
              <a:rPr sz="2925" b="0">
                <a:solidFill>
                  <a:srgbClr val="333333"/>
                </a:solidFill>
                <a:latin typeface="Calibri"/>
                <a:ea typeface="Calibri"/>
                <a:cs typeface="Calibri"/>
              </a:rPr>
              <a:t>Fast inference and interpretable coefficients</a:t>
            </a:r>
          </a:p>
          <a:p xmlns:a="http://schemas.openxmlformats.org/drawingml/2006/main">
            <a:r>
              <a:t/>
            </a:r>
          </a:p>
          <a:p xmlns:a="http://schemas.openxmlformats.org/drawingml/2006/main">
            <a:pPr>
              <a:defRPr sz="2925" b="0">
                <a:solidFill>
                  <a:srgbClr val="333333"/>
                </a:solidFill>
                <a:latin typeface="Calibri"/>
                <a:ea typeface="Calibri"/>
                <a:cs typeface="Calibri"/>
              </a:defRPr>
            </a:pPr>
            <a:r>
              <a:rPr sz="2925" b="0">
                <a:solidFill>
                  <a:srgbClr val="333333"/>
                </a:solidFill>
                <a:latin typeface="Calibri"/>
                <a:ea typeface="Calibri"/>
                <a:cs typeface="Calibri"/>
              </a:rPr>
              <a:t>8,544 synthetic training rows</a:t>
            </a:r>
          </a:p>
          <a:p xmlns:a="http://schemas.openxmlformats.org/drawingml/2006/main">
            <a:pPr>
              <a:defRPr sz="2925" b="0">
                <a:solidFill>
                  <a:srgbClr val="333333"/>
                </a:solidFill>
                <a:latin typeface="Calibri"/>
                <a:ea typeface="Calibri"/>
                <a:cs typeface="Calibri"/>
              </a:defRPr>
            </a:pPr>
            <a:r>
              <a:rPr sz="2925" b="0">
                <a:solidFill>
                  <a:srgbClr val="333333"/>
                </a:solidFill>
                <a:latin typeface="Calibri"/>
                <a:ea typeface="Calibri"/>
                <a:cs typeface="Calibri"/>
              </a:rPr>
              <a:t>4,272 validation rows</a:t>
            </a:r>
          </a:p>
          <a:p xmlns:a="http://schemas.openxmlformats.org/drawingml/2006/main">
            <a:pPr>
              <a:defRPr sz="2925" b="0">
                <a:solidFill>
                  <a:srgbClr val="333333"/>
                </a:solidFill>
                <a:latin typeface="Calibri"/>
                <a:ea typeface="Calibri"/>
                <a:cs typeface="Calibri"/>
              </a:defRPr>
            </a:pPr>
            <a:r>
              <a:rPr sz="2925" b="0">
                <a:solidFill>
                  <a:srgbClr val="333333"/>
                </a:solidFill>
                <a:latin typeface="Calibri"/>
                <a:ea typeface="Calibri"/>
                <a:cs typeface="Calibri"/>
              </a:rPr>
              <a:t>Independent test seeds</a:t>
            </a:r>
          </a:p>
          <a:p xmlns:a="http://schemas.openxmlformats.org/drawingml/2006/main">
            <a:r>
              <a:t/>
            </a:r>
          </a:p>
          <a:p xmlns:a="http://schemas.openxmlformats.org/drawingml/2006/main">
            <a:pPr>
              <a:defRPr sz="2925" b="0">
                <a:solidFill>
                  <a:srgbClr val="333333"/>
                </a:solidFill>
                <a:latin typeface="Calibri"/>
                <a:ea typeface="Calibri"/>
                <a:cs typeface="Calibri"/>
              </a:defRPr>
            </a:pPr>
            <a:r>
              <a:rPr sz="2925" b="0">
                <a:solidFill>
                  <a:srgbClr val="333333"/>
                </a:solidFill>
                <a:latin typeface="Calibri"/>
                <a:ea typeface="Calibri"/>
                <a:cs typeface="Calibri"/>
              </a:rPr>
              <a:t>Saved model runs online after training</a:t>
            </a:r>
          </a:p>
        </p:txBody>
      </p:sp>
      <p:graphicFrame>
        <p:nvGraphicFramePr>
          <p:cNvPr id="110" name="">
            <a:extLst xmlns:a="http://schemas.openxmlformats.org/drawingml/2006/main">
              <a:ext uri="{FF2B5EF4-FFF2-40B4-BE49-F238E27FC236}">
                <a16:creationId xmlns:a16="http://schemas.microsoft.com/office/drawing/2014/main" id="{428C5CCD-8F74-486B-BC68-255713F610AC}"/>
              </a:ext>
            </a:extLst>
          </p:cNvPr>
          <p:cNvGraphicFramePr/>
          <p:nvPr/>
        </p:nvGraphicFramePr>
        <p:xfrm>
          <a:off xmlns:a="http://schemas.openxmlformats.org/drawingml/2006/main" x="10096500" y="3286125"/>
          <a:ext xmlns:a="http://schemas.openxmlformats.org/drawingml/2006/main" cx="6124575" cy="2762250"/>
        </p:xfrm>
        <a:graphic xmlns:a="http://schemas.openxmlformats.org/drawingml/2006/main">
          <a:graphicData uri="http://schemas.openxmlformats.org/drawingml/2006/table">
            <a:tbl>
              <a:tblPr/>
              <a:tblGrid>
                <a:gridCol w="2571750"/>
                <a:gridCol w="1771650"/>
                <a:gridCol w="1781175"/>
              </a:tblGrid>
              <a:tr h="920750">
                <a:tc>
                  <a:txBody>
                    <a:bodyPr lIns="114300" tIns="114300" rIns="114300" bIns="114300"/>
                    <a:lstStyle/>
                    <a:p>
                      <a:r>
                        <a:rPr sz="2325" b="1">
                          <a:solidFill>
                            <a:srgbClr val="FFFFFF"/>
                          </a:solidFill>
                          <a:latin typeface="Calibri"/>
                          <a:ea typeface="Calibri"/>
                          <a:cs typeface="Calibri"/>
                        </a:rPr>
                        <a:t>Test setting</a:t>
                      </a:r>
                    </a:p>
                  </a:txBody>
                  <a:tcPr marL="91440" marR="91440" marT="45720" marB="45720">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lIns="114300" tIns="114300" rIns="114300" bIns="114300"/>
                    <a:lstStyle/>
                    <a:p>
                      <a:r>
                        <a:rPr sz="2325" b="1">
                          <a:solidFill>
                            <a:srgbClr val="FFFFFF"/>
                          </a:solidFill>
                          <a:latin typeface="Calibri"/>
                          <a:ea typeface="Calibri"/>
                          <a:cs typeface="Calibri"/>
                        </a:rPr>
                        <a:t>Ridge MAE</a:t>
                      </a:r>
                    </a:p>
                  </a:txBody>
                  <a:tcPr marL="91440" marR="91440" marT="45720" marB="45720">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lIns="114300" tIns="114300" rIns="114300" bIns="114300"/>
                    <a:lstStyle/>
                    <a:p>
                      <a:r>
                        <a:rPr sz="2325" b="1">
                          <a:solidFill>
                            <a:srgbClr val="FFFFFF"/>
                          </a:solidFill>
                          <a:latin typeface="Calibri"/>
                          <a:ea typeface="Calibri"/>
                          <a:cs typeface="Calibri"/>
                        </a:rPr>
                        <a:t>Persistence</a:t>
                      </a:r>
                    </a:p>
                  </a:txBody>
                  <a:tcPr marL="91440" marR="91440" marT="45720" marB="45720">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r>
              <a:tr h="920750">
                <a:tc>
                  <a:txBody>
                    <a:bodyPr lIns="114300" tIns="114300" rIns="114300" bIns="114300"/>
                    <a:lstStyle/>
                    <a:p>
                      <a:r>
                        <a:rPr sz="2325" b="0">
                          <a:solidFill>
                            <a:srgbClr val="333333"/>
                          </a:solidFill>
                          <a:latin typeface="Calibri"/>
                          <a:ea typeface="Calibri"/>
                          <a:cs typeface="Calibri"/>
                        </a:rPr>
                        <a:t>Synthetic holdout</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325" b="0">
                          <a:solidFill>
                            <a:srgbClr val="333333"/>
                          </a:solidFill>
                          <a:latin typeface="Calibri"/>
                          <a:ea typeface="Calibri"/>
                          <a:cs typeface="Calibri"/>
                        </a:rPr>
                        <a:t>1.67 RPS</a:t>
                      </a:r>
                    </a:p>
                  </a:txBody>
                  <a:tcPr marL="91440" marR="91440" marT="45720" marB="45720">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325" b="0">
                          <a:solidFill>
                            <a:srgbClr val="333333"/>
                          </a:solidFill>
                          <a:latin typeface="Calibri"/>
                          <a:ea typeface="Calibri"/>
                          <a:cs typeface="Calibri"/>
                        </a:rPr>
                        <a:t>2.61 RPS</a:t>
                      </a:r>
                    </a:p>
                  </a:txBody>
                  <a:tcPr marL="91440" marR="91440" marT="45720" marB="45720">
                    <a:lnR w="28575">
                      <a:solidFill>
                        <a:srgbClr val="FFFFFF"/>
                      </a:solidFill>
                      <a:prstDash val="solid"/>
                    </a:lnR>
                    <a:lnB w="28575">
                      <a:solidFill>
                        <a:srgbClr val="FFFFFF"/>
                      </a:solidFill>
                      <a:prstDash val="solid"/>
                    </a:lnB>
                    <a:solidFill>
                      <a:srgbClr val="F8EBEB"/>
                    </a:solidFill>
                  </a:tcPr>
                </a:tc>
              </a:tr>
              <a:tr h="920750">
                <a:tc>
                  <a:txBody>
                    <a:bodyPr lIns="114300" tIns="114300" rIns="114300" bIns="114300"/>
                    <a:lstStyle/>
                    <a:p>
                      <a:r>
                        <a:rPr sz="2325" b="0">
                          <a:solidFill>
                            <a:srgbClr val="333333"/>
                          </a:solidFill>
                          <a:latin typeface="Calibri"/>
                          <a:ea typeface="Calibri"/>
                          <a:cs typeface="Calibri"/>
                        </a:rPr>
                        <a:t>Recorded replays</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325" b="0">
                          <a:solidFill>
                            <a:srgbClr val="333333"/>
                          </a:solidFill>
                          <a:latin typeface="Calibri"/>
                          <a:ea typeface="Calibri"/>
                          <a:cs typeface="Calibri"/>
                        </a:rPr>
                        <a:t>11.24 RPS</a:t>
                      </a:r>
                    </a:p>
                  </a:txBody>
                  <a:tcPr marL="91440" marR="91440" marT="45720" marB="45720">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325" b="0">
                          <a:solidFill>
                            <a:srgbClr val="333333"/>
                          </a:solidFill>
                          <a:latin typeface="Calibri"/>
                          <a:ea typeface="Calibri"/>
                          <a:cs typeface="Calibri"/>
                        </a:rPr>
                        <a:t>9.39 RPS</a:t>
                      </a:r>
                    </a:p>
                  </a:txBody>
                  <a:tcPr marL="91440" marR="91440" marT="45720" marB="45720">
                    <a:lnR w="28575">
                      <a:solidFill>
                        <a:srgbClr val="FFFFFF"/>
                      </a:solidFill>
                      <a:prstDash val="solid"/>
                    </a:lnR>
                    <a:lnB w="28575">
                      <a:solidFill>
                        <a:srgbClr val="FFFFFF"/>
                      </a:solidFill>
                      <a:prstDash val="solid"/>
                    </a:lnB>
                    <a:solidFill>
                      <a:srgbClr val="FFFFFF"/>
                    </a:solidFill>
                  </a:tcPr>
                </a:tc>
              </a:tr>
            </a:tbl>
          </a:graphicData>
        </a:graphic>
      </p:graphicFrame>
      <p:sp>
        <p:nvSpPr>
          <p:cNvPr id="111" name="">
            <a:extLst xmlns:a="http://schemas.openxmlformats.org/drawingml/2006/main">
              <a:ext uri="{FF2B5EF4-FFF2-40B4-BE49-F238E27FC236}">
                <a16:creationId xmlns:a16="http://schemas.microsoft.com/office/drawing/2014/main" id="{4A393AA2-4AF6-4D39-9014-546602C3A21B}"/>
              </a:ext>
            </a:extLst>
          </p:cNvPr>
          <p:cNvSpPr>
            <a:spLocks xmlns:a="http://schemas.openxmlformats.org/drawingml/2006/main" noGrp="1"/>
          </p:cNvSpPr>
          <p:nvPr/>
        </p:nvSpPr>
        <p:spPr>
          <a:xfrm xmlns:a="http://schemas.openxmlformats.org/drawingml/2006/main">
            <a:off x="10096500" y="6477000"/>
            <a:ext cx="61245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A83033"/>
                </a:solidFill>
                <a:latin typeface="Calibri"/>
                <a:ea typeface="Calibri"/>
                <a:cs typeface="Calibri"/>
              </a:defRPr>
            </a:defPPr>
            <a:lvl1pPr>
              <a:defRPr sz="2700" b="1">
                <a:solidFill>
                  <a:srgbClr val="A83033"/>
                </a:solidFill>
                <a:latin typeface="Calibri"/>
                <a:ea typeface="Calibri"/>
                <a:cs typeface="Calibri"/>
              </a:defRPr>
            </a:lvl1pPr>
            <a:lvl2pPr>
              <a:defRPr sz="2700" b="1">
                <a:solidFill>
                  <a:srgbClr val="A83033"/>
                </a:solidFill>
                <a:latin typeface="Calibri"/>
                <a:ea typeface="Calibri"/>
                <a:cs typeface="Calibri"/>
              </a:defRPr>
            </a:lvl2pPr>
            <a:lvl3pPr>
              <a:defRPr sz="2700" b="1">
                <a:solidFill>
                  <a:srgbClr val="A83033"/>
                </a:solidFill>
                <a:latin typeface="Calibri"/>
                <a:ea typeface="Calibri"/>
                <a:cs typeface="Calibri"/>
              </a:defRPr>
            </a:lvl3pPr>
            <a:lvl4pPr>
              <a:defRPr sz="2700" b="1">
                <a:solidFill>
                  <a:srgbClr val="A83033"/>
                </a:solidFill>
                <a:latin typeface="Calibri"/>
                <a:ea typeface="Calibri"/>
                <a:cs typeface="Calibri"/>
              </a:defRPr>
            </a:lvl4pPr>
            <a:lvl5pPr>
              <a:defRPr sz="2700" b="1">
                <a:solidFill>
                  <a:srgbClr val="A83033"/>
                </a:solidFill>
                <a:latin typeface="Calibri"/>
                <a:ea typeface="Calibri"/>
                <a:cs typeface="Calibri"/>
              </a:defRPr>
            </a:lvl5pPr>
            <a:lvl6pPr>
              <a:defRPr sz="2700" b="1">
                <a:solidFill>
                  <a:srgbClr val="A83033"/>
                </a:solidFill>
                <a:latin typeface="Calibri"/>
                <a:ea typeface="Calibri"/>
                <a:cs typeface="Calibri"/>
              </a:defRPr>
            </a:lvl6pPr>
            <a:lvl7pPr>
              <a:defRPr sz="2700" b="1">
                <a:solidFill>
                  <a:srgbClr val="A83033"/>
                </a:solidFill>
                <a:latin typeface="Calibri"/>
                <a:ea typeface="Calibri"/>
                <a:cs typeface="Calibri"/>
              </a:defRPr>
            </a:lvl7pPr>
            <a:lvl8pPr>
              <a:defRPr sz="2700" b="1">
                <a:solidFill>
                  <a:srgbClr val="A83033"/>
                </a:solidFill>
                <a:latin typeface="Calibri"/>
                <a:ea typeface="Calibri"/>
                <a:cs typeface="Calibri"/>
              </a:defRPr>
            </a:lvl8pPr>
            <a:lvl9pPr>
              <a:defRPr sz="2700" b="1">
                <a:solidFill>
                  <a:srgbClr val="A83033"/>
                </a:solidFill>
                <a:latin typeface="Calibri"/>
                <a:ea typeface="Calibri"/>
                <a:cs typeface="Calibri"/>
              </a:defRPr>
            </a:lvl9pPr>
          </a:lstStyle>
          <a:p xmlns:a="http://schemas.openxmlformats.org/drawingml/2006/main">
            <a:pPr>
              <a:defRPr sz="2700" b="1">
                <a:solidFill>
                  <a:srgbClr val="A83033"/>
                </a:solidFill>
                <a:latin typeface="Calibri"/>
                <a:ea typeface="Calibri"/>
                <a:cs typeface="Calibri"/>
              </a:defRPr>
            </a:pPr>
            <a:r>
              <a:rPr sz="2700" b="1">
                <a:solidFill>
                  <a:srgbClr val="A83033"/>
                </a:solidFill>
                <a:latin typeface="Calibri"/>
                <a:ea typeface="Calibri"/>
                <a:cs typeface="Calibri"/>
              </a:rPr>
              <a:t>Ridge wins the synthetic holdout. Persistence wins on the recorded replays.</a:t>
            </a:r>
          </a:p>
        </p:txBody>
      </p:sp>
      <p:sp>
        <p:nvSpPr>
          <p:cNvPr id="112" name="">
            <a:extLst xmlns:a="http://schemas.openxmlformats.org/drawingml/2006/main">
              <a:ext uri="{FF2B5EF4-FFF2-40B4-BE49-F238E27FC236}">
                <a16:creationId xmlns:a16="http://schemas.microsoft.com/office/drawing/2014/main" id="{C1DA3F8C-8467-44A5-9297-62899056013C}"/>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05 / 18</a:t>
            </a:r>
          </a:p>
        </p:txBody>
      </p:sp>
    </p:spTree>
    <p:extLst>
      <p:ext uri="{BB962C8B-B14F-4D97-AF65-F5344CB8AC3E}">
        <p14:creationId xmlns:p14="http://schemas.microsoft.com/office/powerpoint/2010/main" val="151882046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34a0cbe91b7b4fd7">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56063af96e604d78">
              <a:alphaModFix/>
            </a:blip>
            <a:stretch>
              <a:fillRect l="0" t="0" r="0" b="0"/>
            </a:stretch>
          </a:blipFill>
          <a:ln xmlns:a="http://schemas.openxmlformats.org/drawingml/2006/main">
            <a:noFill/>
          </a:ln>
        </p:spPr>
      </p:sp>
      <p:sp>
        <p:nvSpPr>
          <p:cNvPr id="107" name="">
            <a:extLst xmlns:a="http://schemas.openxmlformats.org/drawingml/2006/main">
              <a:ext uri="{FF2B5EF4-FFF2-40B4-BE49-F238E27FC236}">
                <a16:creationId xmlns:a16="http://schemas.microsoft.com/office/drawing/2014/main" id="{6107BD0F-909A-4A24-B1A5-CB0EA8CBE72A}"/>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defRPr sz="4000" b="0">
                <a:solidFill>
                  <a:srgbClr val="A83033"/>
                </a:solidFill>
                <a:latin typeface="Marcellus"/>
                <a:ea typeface="Marcellus"/>
                <a:cs typeface="Marcellus"/>
              </a:defRPr>
            </a:lvl1pPr>
            <a:lvl2pPr>
              <a:defRPr sz="4000" b="0">
                <a:solidFill>
                  <a:srgbClr val="A83033"/>
                </a:solidFill>
                <a:latin typeface="Marcellus"/>
                <a:ea typeface="Marcellus"/>
                <a:cs typeface="Marcellus"/>
              </a:defRPr>
            </a:lvl2pPr>
            <a:lvl3pPr>
              <a:defRPr sz="4000" b="0">
                <a:solidFill>
                  <a:srgbClr val="A83033"/>
                </a:solidFill>
                <a:latin typeface="Marcellus"/>
                <a:ea typeface="Marcellus"/>
                <a:cs typeface="Marcellus"/>
              </a:defRPr>
            </a:lvl3pPr>
            <a:lvl4pPr>
              <a:defRPr sz="4000" b="0">
                <a:solidFill>
                  <a:srgbClr val="A83033"/>
                </a:solidFill>
                <a:latin typeface="Marcellus"/>
                <a:ea typeface="Marcellus"/>
                <a:cs typeface="Marcellus"/>
              </a:defRPr>
            </a:lvl4pPr>
            <a:lvl5pPr>
              <a:defRPr sz="4000" b="0">
                <a:solidFill>
                  <a:srgbClr val="A83033"/>
                </a:solidFill>
                <a:latin typeface="Marcellus"/>
                <a:ea typeface="Marcellus"/>
                <a:cs typeface="Marcellus"/>
              </a:defRPr>
            </a:lvl5pPr>
            <a:lvl6pPr>
              <a:defRPr sz="4000" b="0">
                <a:solidFill>
                  <a:srgbClr val="A83033"/>
                </a:solidFill>
                <a:latin typeface="Marcellus"/>
                <a:ea typeface="Marcellus"/>
                <a:cs typeface="Marcellus"/>
              </a:defRPr>
            </a:lvl6pPr>
            <a:lvl7pPr>
              <a:defRPr sz="4000" b="0">
                <a:solidFill>
                  <a:srgbClr val="A83033"/>
                </a:solidFill>
                <a:latin typeface="Marcellus"/>
                <a:ea typeface="Marcellus"/>
                <a:cs typeface="Marcellus"/>
              </a:defRPr>
            </a:lvl7pPr>
            <a:lvl8pPr>
              <a:defRPr sz="4000" b="0">
                <a:solidFill>
                  <a:srgbClr val="A83033"/>
                </a:solidFill>
                <a:latin typeface="Marcellus"/>
                <a:ea typeface="Marcellus"/>
                <a:cs typeface="Marcellus"/>
              </a:defRPr>
            </a:lvl8pPr>
            <a:lvl9pPr>
              <a:defRPr sz="4000" b="0">
                <a:solidFill>
                  <a:srgbClr val="A83033"/>
                </a:solidFill>
                <a:latin typeface="Marcellus"/>
                <a:ea typeface="Marcellus"/>
                <a:cs typeface="Marcellus"/>
              </a:defRPr>
            </a:lvl9pPr>
          </a:lstStyle>
          <a:p xmlns:a="http://schemas.openxmlformats.org/drawingml/2006/main">
            <a:pPr>
              <a:defRPr sz="4000" b="0">
                <a:solidFill>
                  <a:srgbClr val="A83033"/>
                </a:solidFill>
                <a:latin typeface="Marcellus"/>
                <a:ea typeface="Marcellus"/>
                <a:cs typeface="Marcellus"/>
              </a:defRPr>
            </a:pPr>
            <a:r>
              <a:rPr sz="4000" b="0">
                <a:solidFill>
                  <a:srgbClr val="A83033"/>
                </a:solidFill>
                <a:latin typeface="Marcellus"/>
                <a:ea typeface="Marcellus"/>
                <a:cs typeface="Marcellus"/>
              </a:rPr>
              <a:t>Capacity calibration and scaling policy</a:t>
            </a:r>
          </a:p>
        </p:txBody>
      </p:sp>
      <p:sp>
        <p:nvSpPr>
          <p:cNvPr id="108" name="">
            <a:extLst xmlns:a="http://schemas.openxmlformats.org/drawingml/2006/main">
              <a:ext uri="{FF2B5EF4-FFF2-40B4-BE49-F238E27FC236}">
                <a16:creationId xmlns:a16="http://schemas.microsoft.com/office/drawing/2014/main" id="{5DF76C2F-0F39-4288-94BE-455A84C76ACC}"/>
              </a:ext>
            </a:extLst>
          </p:cNvPr>
          <p:cNvSpPr>
            <a:spLocks xmlns:a="http://schemas.openxmlformats.org/drawingml/2006/main" noGrp="1"/>
          </p:cNvSpPr>
          <p:nvPr/>
        </p:nvSpPr>
        <p:spPr>
          <a:xfrm xmlns:a="http://schemas.openxmlformats.org/drawingml/2006/main">
            <a:off x="2238375" y="2095500"/>
            <a:ext cx="139827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1">
                <a:solidFill>
                  <a:srgbClr val="A83033"/>
                </a:solidFill>
                <a:latin typeface="Calibri"/>
                <a:ea typeface="Calibri"/>
                <a:cs typeface="Calibri"/>
              </a:defRPr>
            </a:defPPr>
            <a:lvl1pPr>
              <a:defRPr sz="3150" b="1">
                <a:solidFill>
                  <a:srgbClr val="A83033"/>
                </a:solidFill>
                <a:latin typeface="Calibri"/>
                <a:ea typeface="Calibri"/>
                <a:cs typeface="Calibri"/>
              </a:defRPr>
            </a:lvl1pPr>
            <a:lvl2pPr>
              <a:defRPr sz="3150" b="1">
                <a:solidFill>
                  <a:srgbClr val="A83033"/>
                </a:solidFill>
                <a:latin typeface="Calibri"/>
                <a:ea typeface="Calibri"/>
                <a:cs typeface="Calibri"/>
              </a:defRPr>
            </a:lvl2pPr>
            <a:lvl3pPr>
              <a:defRPr sz="3150" b="1">
                <a:solidFill>
                  <a:srgbClr val="A83033"/>
                </a:solidFill>
                <a:latin typeface="Calibri"/>
                <a:ea typeface="Calibri"/>
                <a:cs typeface="Calibri"/>
              </a:defRPr>
            </a:lvl3pPr>
            <a:lvl4pPr>
              <a:defRPr sz="3150" b="1">
                <a:solidFill>
                  <a:srgbClr val="A83033"/>
                </a:solidFill>
                <a:latin typeface="Calibri"/>
                <a:ea typeface="Calibri"/>
                <a:cs typeface="Calibri"/>
              </a:defRPr>
            </a:lvl4pPr>
            <a:lvl5pPr>
              <a:defRPr sz="3150" b="1">
                <a:solidFill>
                  <a:srgbClr val="A83033"/>
                </a:solidFill>
                <a:latin typeface="Calibri"/>
                <a:ea typeface="Calibri"/>
                <a:cs typeface="Calibri"/>
              </a:defRPr>
            </a:lvl5pPr>
            <a:lvl6pPr>
              <a:defRPr sz="3150" b="1">
                <a:solidFill>
                  <a:srgbClr val="A83033"/>
                </a:solidFill>
                <a:latin typeface="Calibri"/>
                <a:ea typeface="Calibri"/>
                <a:cs typeface="Calibri"/>
              </a:defRPr>
            </a:lvl6pPr>
            <a:lvl7pPr>
              <a:defRPr sz="3150" b="1">
                <a:solidFill>
                  <a:srgbClr val="A83033"/>
                </a:solidFill>
                <a:latin typeface="Calibri"/>
                <a:ea typeface="Calibri"/>
                <a:cs typeface="Calibri"/>
              </a:defRPr>
            </a:lvl7pPr>
            <a:lvl8pPr>
              <a:defRPr sz="3150" b="1">
                <a:solidFill>
                  <a:srgbClr val="A83033"/>
                </a:solidFill>
                <a:latin typeface="Calibri"/>
                <a:ea typeface="Calibri"/>
                <a:cs typeface="Calibri"/>
              </a:defRPr>
            </a:lvl8pPr>
            <a:lvl9pPr>
              <a:defRPr sz="3150" b="1">
                <a:solidFill>
                  <a:srgbClr val="A83033"/>
                </a:solidFill>
                <a:latin typeface="Calibri"/>
                <a:ea typeface="Calibri"/>
                <a:cs typeface="Calibri"/>
              </a:defRPr>
            </a:lvl9pPr>
          </a:lstStyle>
          <a:p xmlns:a="http://schemas.openxmlformats.org/drawingml/2006/main">
            <a:pPr>
              <a:defRPr sz="3150" b="1">
                <a:solidFill>
                  <a:srgbClr val="A83033"/>
                </a:solidFill>
                <a:latin typeface="Calibri"/>
                <a:ea typeface="Calibri"/>
                <a:cs typeface="Calibri"/>
              </a:defRPr>
            </a:pPr>
            <a:r>
              <a:rPr sz="3150" b="1">
                <a:solidFill>
                  <a:srgbClr val="A83033"/>
                </a:solidFill>
                <a:latin typeface="Calibri"/>
                <a:ea typeface="Calibri"/>
                <a:cs typeface="Calibri"/>
              </a:rPr>
              <a:t>18 RPS passed repeated one-worker checks.</a:t>
            </a:r>
          </a:p>
          <a:p xmlns:a="http://schemas.openxmlformats.org/drawingml/2006/main">
            <a:pPr>
              <a:defRPr sz="3150" b="1">
                <a:solidFill>
                  <a:srgbClr val="A83033"/>
                </a:solidFill>
                <a:latin typeface="Calibri"/>
                <a:ea typeface="Calibri"/>
                <a:cs typeface="Calibri"/>
              </a:defRPr>
            </a:pPr>
            <a:r>
              <a:rPr sz="3150" b="1">
                <a:solidFill>
                  <a:srgbClr val="A83033"/>
                </a:solidFill>
                <a:latin typeface="Calibri"/>
                <a:ea typeface="Calibri"/>
                <a:cs typeface="Calibri"/>
              </a:rPr>
              <a:t>20% headroom gives 14.4 safe RPS per worker.</a:t>
            </a:r>
          </a:p>
        </p:txBody>
      </p:sp>
      <p:sp>
        <p:nvSpPr>
          <p:cNvPr id="109" name="">
            <a:extLst xmlns:a="http://schemas.openxmlformats.org/drawingml/2006/main">
              <a:ext uri="{FF2B5EF4-FFF2-40B4-BE49-F238E27FC236}">
                <a16:creationId xmlns:a16="http://schemas.microsoft.com/office/drawing/2014/main" id="{67E55DF3-F057-4FEE-B2B7-0AEE3DCD42B4}"/>
              </a:ext>
            </a:extLst>
          </p:cNvPr>
          <p:cNvSpPr>
            <a:spLocks xmlns:a="http://schemas.openxmlformats.org/drawingml/2006/main" noGrp="1"/>
          </p:cNvSpPr>
          <p:nvPr/>
        </p:nvSpPr>
        <p:spPr>
          <a:xfrm xmlns:a="http://schemas.openxmlformats.org/drawingml/2006/main">
            <a:off x="2238375" y="3714750"/>
            <a:ext cx="13982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333333"/>
                </a:solidFill>
                <a:latin typeface="Calibri"/>
                <a:ea typeface="Calibri"/>
                <a:cs typeface="Calibri"/>
              </a:defRPr>
            </a:defPPr>
            <a:lvl1pPr>
              <a:defRPr sz="3000" b="0">
                <a:solidFill>
                  <a:srgbClr val="333333"/>
                </a:solidFill>
                <a:latin typeface="Calibri"/>
                <a:ea typeface="Calibri"/>
                <a:cs typeface="Calibri"/>
              </a:defRPr>
            </a:lvl1pPr>
            <a:lvl2pPr>
              <a:defRPr sz="3000" b="0">
                <a:solidFill>
                  <a:srgbClr val="333333"/>
                </a:solidFill>
                <a:latin typeface="Calibri"/>
                <a:ea typeface="Calibri"/>
                <a:cs typeface="Calibri"/>
              </a:defRPr>
            </a:lvl2pPr>
            <a:lvl3pPr>
              <a:defRPr sz="3000" b="0">
                <a:solidFill>
                  <a:srgbClr val="333333"/>
                </a:solidFill>
                <a:latin typeface="Calibri"/>
                <a:ea typeface="Calibri"/>
                <a:cs typeface="Calibri"/>
              </a:defRPr>
            </a:lvl3pPr>
            <a:lvl4pPr>
              <a:defRPr sz="3000" b="0">
                <a:solidFill>
                  <a:srgbClr val="333333"/>
                </a:solidFill>
                <a:latin typeface="Calibri"/>
                <a:ea typeface="Calibri"/>
                <a:cs typeface="Calibri"/>
              </a:defRPr>
            </a:lvl4pPr>
            <a:lvl5pPr>
              <a:defRPr sz="3000" b="0">
                <a:solidFill>
                  <a:srgbClr val="333333"/>
                </a:solidFill>
                <a:latin typeface="Calibri"/>
                <a:ea typeface="Calibri"/>
                <a:cs typeface="Calibri"/>
              </a:defRPr>
            </a:lvl5pPr>
            <a:lvl6pPr>
              <a:defRPr sz="3000" b="0">
                <a:solidFill>
                  <a:srgbClr val="333333"/>
                </a:solidFill>
                <a:latin typeface="Calibri"/>
                <a:ea typeface="Calibri"/>
                <a:cs typeface="Calibri"/>
              </a:defRPr>
            </a:lvl6pPr>
            <a:lvl7pPr>
              <a:defRPr sz="3000" b="0">
                <a:solidFill>
                  <a:srgbClr val="333333"/>
                </a:solidFill>
                <a:latin typeface="Calibri"/>
                <a:ea typeface="Calibri"/>
                <a:cs typeface="Calibri"/>
              </a:defRPr>
            </a:lvl7pPr>
            <a:lvl8pPr>
              <a:defRPr sz="3000" b="0">
                <a:solidFill>
                  <a:srgbClr val="333333"/>
                </a:solidFill>
                <a:latin typeface="Calibri"/>
                <a:ea typeface="Calibri"/>
                <a:cs typeface="Calibri"/>
              </a:defRPr>
            </a:lvl8pPr>
            <a:lvl9pPr>
              <a:defRPr sz="3000" b="0">
                <a:solidFill>
                  <a:srgbClr val="333333"/>
                </a:solidFill>
                <a:latin typeface="Calibri"/>
                <a:ea typeface="Calibri"/>
                <a:cs typeface="Calibri"/>
              </a:defRPr>
            </a:lvl9pPr>
          </a:lstStyle>
          <a:p xmlns:a="http://schemas.openxmlformats.org/drawingml/2006/main">
            <a:pPr>
              <a:defRPr sz="3000" b="0">
                <a:solidFill>
                  <a:srgbClr val="333333"/>
                </a:solidFill>
                <a:latin typeface="Calibri"/>
                <a:ea typeface="Calibri"/>
                <a:cs typeface="Calibri"/>
              </a:defRPr>
            </a:pPr>
            <a:r>
              <a:rPr sz="3000" b="0">
                <a:solidFill>
                  <a:srgbClr val="333333"/>
                </a:solidFill>
                <a:latin typeface="Calibri"/>
                <a:ea typeface="Calibri"/>
                <a:cs typeface="Calibri"/>
              </a:rPr>
              <a:t>Target = ceil(max(observed demand, forecast + buffer) / 14.4)</a:t>
            </a:r>
          </a:p>
        </p:txBody>
      </p:sp>
      <p:graphicFrame>
        <p:nvGraphicFramePr>
          <p:cNvPr id="110" name="">
            <a:extLst xmlns:a="http://schemas.openxmlformats.org/drawingml/2006/main">
              <a:ext uri="{FF2B5EF4-FFF2-40B4-BE49-F238E27FC236}">
                <a16:creationId xmlns:a16="http://schemas.microsoft.com/office/drawing/2014/main" id="{168D4908-C1C0-469C-AA05-00FEAA6AACCB}"/>
              </a:ext>
            </a:extLst>
          </p:cNvPr>
          <p:cNvGraphicFramePr/>
          <p:nvPr/>
        </p:nvGraphicFramePr>
        <p:xfrm>
          <a:off xmlns:a="http://schemas.openxmlformats.org/drawingml/2006/main" x="2238375" y="4953000"/>
          <a:ext xmlns:a="http://schemas.openxmlformats.org/drawingml/2006/main" cx="13982700" cy="2762250"/>
        </p:xfrm>
        <a:graphic xmlns:a="http://schemas.openxmlformats.org/drawingml/2006/main">
          <a:graphicData uri="http://schemas.openxmlformats.org/drawingml/2006/table">
            <a:tbl>
              <a:tblPr/>
              <a:tblGrid>
                <a:gridCol w="4095750"/>
                <a:gridCol w="9886950"/>
              </a:tblGrid>
              <a:tr h="690563">
                <a:tc>
                  <a:txBody>
                    <a:bodyPr lIns="114300" tIns="114300" rIns="114300" bIns="114300"/>
                    <a:lstStyle/>
                    <a:p>
                      <a:r>
                        <a:rPr sz="2550" b="1">
                          <a:solidFill>
                            <a:srgbClr val="FFFFFF"/>
                          </a:solidFill>
                          <a:latin typeface="Calibri"/>
                          <a:ea typeface="Calibri"/>
                          <a:cs typeface="Calibri"/>
                        </a:rPr>
                        <a:t>Condition</a:t>
                      </a:r>
                    </a:p>
                  </a:txBody>
                  <a:tcPr marL="91440" marR="91440" marT="45720" marB="45720">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lIns="114300" tIns="114300" rIns="114300" bIns="114300"/>
                    <a:lstStyle/>
                    <a:p>
                      <a:r>
                        <a:rPr sz="2550" b="1">
                          <a:solidFill>
                            <a:srgbClr val="FFFFFF"/>
                          </a:solidFill>
                          <a:latin typeface="Calibri"/>
                          <a:ea typeface="Calibri"/>
                          <a:cs typeface="Calibri"/>
                        </a:rPr>
                        <a:t>Controller response</a:t>
                      </a:r>
                    </a:p>
                  </a:txBody>
                  <a:tcPr marL="91440" marR="91440" marT="45720" marB="45720">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r>
              <a:tr h="690563">
                <a:tc>
                  <a:txBody>
                    <a:bodyPr lIns="114300" tIns="114300" rIns="114300" bIns="114300"/>
                    <a:lstStyle/>
                    <a:p>
                      <a:r>
                        <a:rPr sz="2550" b="0">
                          <a:solidFill>
                            <a:srgbClr val="333333"/>
                          </a:solidFill>
                          <a:latin typeface="Calibri"/>
                          <a:ea typeface="Calibri"/>
                          <a:cs typeface="Calibri"/>
                        </a:rPr>
                        <a:t>High latency or errors</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550" b="0">
                          <a:solidFill>
                            <a:srgbClr val="333333"/>
                          </a:solidFill>
                          <a:latin typeface="Calibri"/>
                          <a:ea typeface="Calibri"/>
                          <a:cs typeface="Calibri"/>
                        </a:rPr>
                        <a:t>Add rescue capacity when no scale-out is pending</a:t>
                      </a:r>
                    </a:p>
                  </a:txBody>
                  <a:tcPr marL="91440" marR="91440" marT="45720" marB="45720">
                    <a:lnR w="28575">
                      <a:solidFill>
                        <a:srgbClr val="FFFFFF"/>
                      </a:solidFill>
                      <a:prstDash val="solid"/>
                    </a:lnR>
                    <a:lnB w="28575">
                      <a:solidFill>
                        <a:srgbClr val="FFFFFF"/>
                      </a:solidFill>
                      <a:prstDash val="solid"/>
                    </a:lnB>
                    <a:solidFill>
                      <a:srgbClr val="F8EBEB"/>
                    </a:solidFill>
                  </a:tcPr>
                </a:tc>
              </a:tr>
              <a:tr h="690563">
                <a:tc>
                  <a:txBody>
                    <a:bodyPr lIns="114300" tIns="114300" rIns="114300" bIns="114300"/>
                    <a:lstStyle/>
                    <a:p>
                      <a:r>
                        <a:rPr sz="2550" b="0">
                          <a:solidFill>
                            <a:srgbClr val="333333"/>
                          </a:solidFill>
                          <a:latin typeface="Calibri"/>
                          <a:ea typeface="Calibri"/>
                          <a:cs typeface="Calibri"/>
                        </a:rPr>
                        <a:t>Falling demand</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550" b="0">
                          <a:solidFill>
                            <a:srgbClr val="333333"/>
                          </a:solidFill>
                          <a:latin typeface="Calibri"/>
                          <a:ea typeface="Calibri"/>
                          <a:cs typeface="Calibri"/>
                        </a:rPr>
                        <a:t>Wait 30 seconds, then remove one replica at a time</a:t>
                      </a:r>
                    </a:p>
                  </a:txBody>
                  <a:tcPr marL="91440" marR="91440" marT="45720" marB="45720">
                    <a:lnR w="28575">
                      <a:solidFill>
                        <a:srgbClr val="FFFFFF"/>
                      </a:solidFill>
                      <a:prstDash val="solid"/>
                    </a:lnR>
                    <a:lnB w="28575">
                      <a:solidFill>
                        <a:srgbClr val="FFFFFF"/>
                      </a:solidFill>
                      <a:prstDash val="solid"/>
                    </a:lnB>
                    <a:solidFill>
                      <a:srgbClr val="FFFFFF"/>
                    </a:solidFill>
                  </a:tcPr>
                </a:tc>
              </a:tr>
              <a:tr h="690563">
                <a:tc>
                  <a:txBody>
                    <a:bodyPr lIns="114300" tIns="114300" rIns="114300" bIns="114300"/>
                    <a:lstStyle/>
                    <a:p>
                      <a:r>
                        <a:rPr sz="2550" b="0">
                          <a:solidFill>
                            <a:srgbClr val="333333"/>
                          </a:solidFill>
                          <a:latin typeface="Calibri"/>
                          <a:ea typeface="Calibri"/>
                          <a:cs typeface="Calibri"/>
                        </a:rPr>
                        <a:t>Resource constraint</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550" b="0">
                          <a:solidFill>
                            <a:srgbClr val="333333"/>
                          </a:solidFill>
                          <a:latin typeface="Calibri"/>
                          <a:ea typeface="Calibri"/>
                          <a:cs typeface="Calibri"/>
                        </a:rPr>
                        <a:t>Apply the configured budget and 1–4 replica bound</a:t>
                      </a:r>
                    </a:p>
                  </a:txBody>
                  <a:tcPr marL="91440" marR="91440" marT="45720" marB="45720">
                    <a:lnR w="28575">
                      <a:solidFill>
                        <a:srgbClr val="FFFFFF"/>
                      </a:solidFill>
                      <a:prstDash val="solid"/>
                    </a:lnR>
                    <a:lnB w="28575">
                      <a:solidFill>
                        <a:srgbClr val="FFFFFF"/>
                      </a:solidFill>
                      <a:prstDash val="solid"/>
                    </a:lnB>
                    <a:solidFill>
                      <a:srgbClr val="F8EBEB"/>
                    </a:solidFill>
                  </a:tcPr>
                </a:tc>
              </a:tr>
            </a:tbl>
          </a:graphicData>
        </a:graphic>
      </p:graphicFrame>
      <p:sp>
        <p:nvSpPr>
          <p:cNvPr id="111" name="">
            <a:extLst xmlns:a="http://schemas.openxmlformats.org/drawingml/2006/main">
              <a:ext uri="{FF2B5EF4-FFF2-40B4-BE49-F238E27FC236}">
                <a16:creationId xmlns:a16="http://schemas.microsoft.com/office/drawing/2014/main" id="{43A69569-A31E-4B80-9007-E0A6D5B6A27D}"/>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06 / 18</a:t>
            </a:r>
          </a:p>
        </p:txBody>
      </p:sp>
    </p:spTree>
    <p:extLst>
      <p:ext uri="{BB962C8B-B14F-4D97-AF65-F5344CB8AC3E}">
        <p14:creationId xmlns:p14="http://schemas.microsoft.com/office/powerpoint/2010/main" val="15188204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5de0ff87892245d8">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0bb7f36f51914d01">
              <a:alphaModFix/>
            </a:blip>
            <a:stretch>
              <a:fillRect l="0" t="0" r="0" b="0"/>
            </a:stretch>
          </a:blipFill>
          <a:ln xmlns:a="http://schemas.openxmlformats.org/drawingml/2006/main">
            <a:noFill/>
          </a:ln>
        </p:spPr>
      </p:sp>
      <p:sp>
        <p:nvSpPr>
          <p:cNvPr id="107" name="">
            <a:extLst xmlns:a="http://schemas.openxmlformats.org/drawingml/2006/main">
              <a:ext uri="{FF2B5EF4-FFF2-40B4-BE49-F238E27FC236}">
                <a16:creationId xmlns:a16="http://schemas.microsoft.com/office/drawing/2014/main" id="{7B7ADAD8-FA91-4BC9-9BE4-3268AD21D01F}"/>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defRPr sz="4000" b="0">
                <a:solidFill>
                  <a:srgbClr val="A83033"/>
                </a:solidFill>
                <a:latin typeface="Marcellus"/>
                <a:ea typeface="Marcellus"/>
                <a:cs typeface="Marcellus"/>
              </a:defRPr>
            </a:lvl1pPr>
            <a:lvl2pPr>
              <a:defRPr sz="4000" b="0">
                <a:solidFill>
                  <a:srgbClr val="A83033"/>
                </a:solidFill>
                <a:latin typeface="Marcellus"/>
                <a:ea typeface="Marcellus"/>
                <a:cs typeface="Marcellus"/>
              </a:defRPr>
            </a:lvl2pPr>
            <a:lvl3pPr>
              <a:defRPr sz="4000" b="0">
                <a:solidFill>
                  <a:srgbClr val="A83033"/>
                </a:solidFill>
                <a:latin typeface="Marcellus"/>
                <a:ea typeface="Marcellus"/>
                <a:cs typeface="Marcellus"/>
              </a:defRPr>
            </a:lvl3pPr>
            <a:lvl4pPr>
              <a:defRPr sz="4000" b="0">
                <a:solidFill>
                  <a:srgbClr val="A83033"/>
                </a:solidFill>
                <a:latin typeface="Marcellus"/>
                <a:ea typeface="Marcellus"/>
                <a:cs typeface="Marcellus"/>
              </a:defRPr>
            </a:lvl4pPr>
            <a:lvl5pPr>
              <a:defRPr sz="4000" b="0">
                <a:solidFill>
                  <a:srgbClr val="A83033"/>
                </a:solidFill>
                <a:latin typeface="Marcellus"/>
                <a:ea typeface="Marcellus"/>
                <a:cs typeface="Marcellus"/>
              </a:defRPr>
            </a:lvl5pPr>
            <a:lvl6pPr>
              <a:defRPr sz="4000" b="0">
                <a:solidFill>
                  <a:srgbClr val="A83033"/>
                </a:solidFill>
                <a:latin typeface="Marcellus"/>
                <a:ea typeface="Marcellus"/>
                <a:cs typeface="Marcellus"/>
              </a:defRPr>
            </a:lvl6pPr>
            <a:lvl7pPr>
              <a:defRPr sz="4000" b="0">
                <a:solidFill>
                  <a:srgbClr val="A83033"/>
                </a:solidFill>
                <a:latin typeface="Marcellus"/>
                <a:ea typeface="Marcellus"/>
                <a:cs typeface="Marcellus"/>
              </a:defRPr>
            </a:lvl7pPr>
            <a:lvl8pPr>
              <a:defRPr sz="4000" b="0">
                <a:solidFill>
                  <a:srgbClr val="A83033"/>
                </a:solidFill>
                <a:latin typeface="Marcellus"/>
                <a:ea typeface="Marcellus"/>
                <a:cs typeface="Marcellus"/>
              </a:defRPr>
            </a:lvl8pPr>
            <a:lvl9pPr>
              <a:defRPr sz="4000" b="0">
                <a:solidFill>
                  <a:srgbClr val="A83033"/>
                </a:solidFill>
                <a:latin typeface="Marcellus"/>
                <a:ea typeface="Marcellus"/>
                <a:cs typeface="Marcellus"/>
              </a:defRPr>
            </a:lvl9pPr>
          </a:lstStyle>
          <a:p xmlns:a="http://schemas.openxmlformats.org/drawingml/2006/main">
            <a:pPr>
              <a:defRPr sz="4000" b="0">
                <a:solidFill>
                  <a:srgbClr val="A83033"/>
                </a:solidFill>
                <a:latin typeface="Marcellus"/>
                <a:ea typeface="Marcellus"/>
                <a:cs typeface="Marcellus"/>
              </a:defRPr>
            </a:pPr>
            <a:r>
              <a:rPr sz="4000" b="0">
                <a:solidFill>
                  <a:srgbClr val="A83033"/>
                </a:solidFill>
                <a:latin typeface="Marcellus"/>
                <a:ea typeface="Marcellus"/>
                <a:cs typeface="Marcellus"/>
              </a:rPr>
              <a:t>Demonstration setup</a:t>
            </a:r>
          </a:p>
        </p:txBody>
      </p:sp>
      <p:sp>
        <p:nvSpPr>
          <p:cNvPr id="108" name="">
            <a:extLst xmlns:a="http://schemas.openxmlformats.org/drawingml/2006/main">
              <a:ext uri="{FF2B5EF4-FFF2-40B4-BE49-F238E27FC236}">
                <a16:creationId xmlns:a16="http://schemas.microsoft.com/office/drawing/2014/main" id="{A280FDD9-D2CD-4094-8349-7BFE2F4C349F}"/>
              </a:ext>
            </a:extLst>
          </p:cNvPr>
          <p:cNvSpPr>
            <a:spLocks xmlns:a="http://schemas.openxmlformats.org/drawingml/2006/main" noGrp="1"/>
          </p:cNvSpPr>
          <p:nvPr/>
        </p:nvSpPr>
        <p:spPr>
          <a:xfrm xmlns:a="http://schemas.openxmlformats.org/drawingml/2006/main">
            <a:off x="2238375" y="2143125"/>
            <a:ext cx="8096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A83033"/>
                </a:solidFill>
                <a:latin typeface="Calibri"/>
                <a:ea typeface="Calibri"/>
                <a:cs typeface="Calibri"/>
              </a:defRPr>
            </a:defPPr>
            <a:lvl1pPr>
              <a:defRPr sz="3225" b="1">
                <a:solidFill>
                  <a:srgbClr val="A83033"/>
                </a:solidFill>
                <a:latin typeface="Calibri"/>
                <a:ea typeface="Calibri"/>
                <a:cs typeface="Calibri"/>
              </a:defRPr>
            </a:lvl1pPr>
            <a:lvl2pPr>
              <a:defRPr sz="3225" b="1">
                <a:solidFill>
                  <a:srgbClr val="A83033"/>
                </a:solidFill>
                <a:latin typeface="Calibri"/>
                <a:ea typeface="Calibri"/>
                <a:cs typeface="Calibri"/>
              </a:defRPr>
            </a:lvl2pPr>
            <a:lvl3pPr>
              <a:defRPr sz="3225" b="1">
                <a:solidFill>
                  <a:srgbClr val="A83033"/>
                </a:solidFill>
                <a:latin typeface="Calibri"/>
                <a:ea typeface="Calibri"/>
                <a:cs typeface="Calibri"/>
              </a:defRPr>
            </a:lvl3pPr>
            <a:lvl4pPr>
              <a:defRPr sz="3225" b="1">
                <a:solidFill>
                  <a:srgbClr val="A83033"/>
                </a:solidFill>
                <a:latin typeface="Calibri"/>
                <a:ea typeface="Calibri"/>
                <a:cs typeface="Calibri"/>
              </a:defRPr>
            </a:lvl4pPr>
            <a:lvl5pPr>
              <a:defRPr sz="3225" b="1">
                <a:solidFill>
                  <a:srgbClr val="A83033"/>
                </a:solidFill>
                <a:latin typeface="Calibri"/>
                <a:ea typeface="Calibri"/>
                <a:cs typeface="Calibri"/>
              </a:defRPr>
            </a:lvl5pPr>
            <a:lvl6pPr>
              <a:defRPr sz="3225" b="1">
                <a:solidFill>
                  <a:srgbClr val="A83033"/>
                </a:solidFill>
                <a:latin typeface="Calibri"/>
                <a:ea typeface="Calibri"/>
                <a:cs typeface="Calibri"/>
              </a:defRPr>
            </a:lvl6pPr>
            <a:lvl7pPr>
              <a:defRPr sz="3225" b="1">
                <a:solidFill>
                  <a:srgbClr val="A83033"/>
                </a:solidFill>
                <a:latin typeface="Calibri"/>
                <a:ea typeface="Calibri"/>
                <a:cs typeface="Calibri"/>
              </a:defRPr>
            </a:lvl7pPr>
            <a:lvl8pPr>
              <a:defRPr sz="3225" b="1">
                <a:solidFill>
                  <a:srgbClr val="A83033"/>
                </a:solidFill>
                <a:latin typeface="Calibri"/>
                <a:ea typeface="Calibri"/>
                <a:cs typeface="Calibri"/>
              </a:defRPr>
            </a:lvl8pPr>
            <a:lvl9pPr>
              <a:defRPr sz="3225" b="1">
                <a:solidFill>
                  <a:srgbClr val="A83033"/>
                </a:solidFill>
                <a:latin typeface="Calibri"/>
                <a:ea typeface="Calibri"/>
                <a:cs typeface="Calibri"/>
              </a:defRPr>
            </a:lvl9pPr>
          </a:lstStyle>
          <a:p xmlns:a="http://schemas.openxmlformats.org/drawingml/2006/main">
            <a:pPr>
              <a:defRPr sz="3225" b="1">
                <a:solidFill>
                  <a:srgbClr val="A83033"/>
                </a:solidFill>
                <a:latin typeface="Calibri"/>
                <a:ea typeface="Calibri"/>
                <a:cs typeface="Calibri"/>
              </a:defRPr>
            </a:pPr>
            <a:r>
              <a:rPr sz="3225" b="1">
                <a:solidFill>
                  <a:srgbClr val="A83033"/>
                </a:solidFill>
                <a:latin typeface="Calibri"/>
                <a:ea typeface="Calibri"/>
                <a:cs typeface="Calibri"/>
              </a:rPr>
              <a:t>Docker Desktop and Minikube</a:t>
            </a:r>
          </a:p>
        </p:txBody>
      </p:sp>
      <p:sp>
        <p:nvSpPr>
          <p:cNvPr id="109" name="">
            <a:extLst xmlns:a="http://schemas.openxmlformats.org/drawingml/2006/main">
              <a:ext uri="{FF2B5EF4-FFF2-40B4-BE49-F238E27FC236}">
                <a16:creationId xmlns:a16="http://schemas.microsoft.com/office/drawing/2014/main" id="{A0E60411-5F9D-4C62-9490-CC93E9DD03D5}"/>
              </a:ext>
            </a:extLst>
          </p:cNvPr>
          <p:cNvSpPr>
            <a:spLocks xmlns:a="http://schemas.openxmlformats.org/drawingml/2006/main" noGrp="1"/>
          </p:cNvSpPr>
          <p:nvPr/>
        </p:nvSpPr>
        <p:spPr>
          <a:xfrm xmlns:a="http://schemas.openxmlformats.org/drawingml/2006/main">
            <a:off x="2238375" y="3286125"/>
            <a:ext cx="80962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333333"/>
                </a:solidFill>
                <a:latin typeface="Calibri"/>
                <a:ea typeface="Calibri"/>
                <a:cs typeface="Calibri"/>
              </a:defRPr>
            </a:defPPr>
            <a:lvl1pPr>
              <a:defRPr sz="3000" b="0">
                <a:solidFill>
                  <a:srgbClr val="333333"/>
                </a:solidFill>
                <a:latin typeface="Calibri"/>
                <a:ea typeface="Calibri"/>
                <a:cs typeface="Calibri"/>
              </a:defRPr>
            </a:lvl1pPr>
            <a:lvl2pPr>
              <a:defRPr sz="3000" b="0">
                <a:solidFill>
                  <a:srgbClr val="333333"/>
                </a:solidFill>
                <a:latin typeface="Calibri"/>
                <a:ea typeface="Calibri"/>
                <a:cs typeface="Calibri"/>
              </a:defRPr>
            </a:lvl2pPr>
            <a:lvl3pPr>
              <a:defRPr sz="3000" b="0">
                <a:solidFill>
                  <a:srgbClr val="333333"/>
                </a:solidFill>
                <a:latin typeface="Calibri"/>
                <a:ea typeface="Calibri"/>
                <a:cs typeface="Calibri"/>
              </a:defRPr>
            </a:lvl3pPr>
            <a:lvl4pPr>
              <a:defRPr sz="3000" b="0">
                <a:solidFill>
                  <a:srgbClr val="333333"/>
                </a:solidFill>
                <a:latin typeface="Calibri"/>
                <a:ea typeface="Calibri"/>
                <a:cs typeface="Calibri"/>
              </a:defRPr>
            </a:lvl4pPr>
            <a:lvl5pPr>
              <a:defRPr sz="3000" b="0">
                <a:solidFill>
                  <a:srgbClr val="333333"/>
                </a:solidFill>
                <a:latin typeface="Calibri"/>
                <a:ea typeface="Calibri"/>
                <a:cs typeface="Calibri"/>
              </a:defRPr>
            </a:lvl5pPr>
            <a:lvl6pPr>
              <a:defRPr sz="3000" b="0">
                <a:solidFill>
                  <a:srgbClr val="333333"/>
                </a:solidFill>
                <a:latin typeface="Calibri"/>
                <a:ea typeface="Calibri"/>
                <a:cs typeface="Calibri"/>
              </a:defRPr>
            </a:lvl6pPr>
            <a:lvl7pPr>
              <a:defRPr sz="3000" b="0">
                <a:solidFill>
                  <a:srgbClr val="333333"/>
                </a:solidFill>
                <a:latin typeface="Calibri"/>
                <a:ea typeface="Calibri"/>
                <a:cs typeface="Calibri"/>
              </a:defRPr>
            </a:lvl7pPr>
            <a:lvl8pPr>
              <a:defRPr sz="3000" b="0">
                <a:solidFill>
                  <a:srgbClr val="333333"/>
                </a:solidFill>
                <a:latin typeface="Calibri"/>
                <a:ea typeface="Calibri"/>
                <a:cs typeface="Calibri"/>
              </a:defRPr>
            </a:lvl8pPr>
            <a:lvl9pPr>
              <a:defRPr sz="3000" b="0">
                <a:solidFill>
                  <a:srgbClr val="333333"/>
                </a:solidFill>
                <a:latin typeface="Calibri"/>
                <a:ea typeface="Calibri"/>
                <a:cs typeface="Calibri"/>
              </a:defRPr>
            </a:lvl9pPr>
          </a:lstStyle>
          <a:p xmlns:a="http://schemas.openxmlformats.org/drawingml/2006/main">
            <a:pPr>
              <a:defRPr sz="3000" b="0">
                <a:solidFill>
                  <a:srgbClr val="333333"/>
                </a:solidFill>
                <a:latin typeface="Calibri"/>
                <a:ea typeface="Calibri"/>
                <a:cs typeface="Calibri"/>
              </a:defRPr>
            </a:pPr>
            <a:r>
              <a:rPr sz="3000" b="0">
                <a:solidFill>
                  <a:srgbClr val="333333"/>
                </a:solidFill>
                <a:latin typeface="Calibri"/>
                <a:ea typeface="Calibri"/>
                <a:cs typeface="Calibri"/>
              </a:rPr>
              <a:t>One gateway routes traffic to ready workers.</a:t>
            </a:r>
          </a:p>
          <a:p xmlns:a="http://schemas.openxmlformats.org/drawingml/2006/main">
            <a:pPr>
              <a:defRPr sz="3000" b="0">
                <a:solidFill>
                  <a:srgbClr val="333333"/>
                </a:solidFill>
                <a:latin typeface="Calibri"/>
                <a:ea typeface="Calibri"/>
                <a:cs typeface="Calibri"/>
              </a:defRPr>
            </a:pPr>
            <a:r>
              <a:rPr sz="3000" b="0">
                <a:solidFill>
                  <a:srgbClr val="333333"/>
                </a:solidFill>
                <a:latin typeface="Calibri"/>
                <a:ea typeface="Calibri"/>
                <a:cs typeface="Calibri"/>
              </a:rPr>
              <a:t>Each request performs real CPU work.</a:t>
            </a:r>
          </a:p>
          <a:p xmlns:a="http://schemas.openxmlformats.org/drawingml/2006/main">
            <a:r>
              <a:t/>
            </a:r>
          </a:p>
          <a:p xmlns:a="http://schemas.openxmlformats.org/drawingml/2006/main">
            <a:pPr>
              <a:defRPr sz="3000" b="0">
                <a:solidFill>
                  <a:srgbClr val="333333"/>
                </a:solidFill>
                <a:latin typeface="Calibri"/>
                <a:ea typeface="Calibri"/>
                <a:cs typeface="Calibri"/>
              </a:defRPr>
            </a:pPr>
            <a:r>
              <a:rPr sz="3000" b="0">
                <a:solidFill>
                  <a:srgbClr val="333333"/>
                </a:solidFill>
                <a:latin typeface="Calibri"/>
                <a:ea typeface="Calibri"/>
                <a:cs typeface="Calibri"/>
              </a:rPr>
              <a:t>The controller loads the saved Ridge model.</a:t>
            </a:r>
          </a:p>
          <a:p xmlns:a="http://schemas.openxmlformats.org/drawingml/2006/main">
            <a:pPr>
              <a:defRPr sz="3000" b="0">
                <a:solidFill>
                  <a:srgbClr val="333333"/>
                </a:solidFill>
                <a:latin typeface="Calibri"/>
                <a:ea typeface="Calibri"/>
                <a:cs typeface="Calibri"/>
              </a:defRPr>
            </a:pPr>
            <a:r>
              <a:rPr sz="3000" b="0">
                <a:solidFill>
                  <a:srgbClr val="333333"/>
                </a:solidFill>
                <a:latin typeface="Calibri"/>
                <a:ea typeface="Calibri"/>
                <a:cs typeface="Calibri"/>
              </a:rPr>
              <a:t>The dashboard displays observations and decisions.</a:t>
            </a:r>
          </a:p>
        </p:txBody>
      </p:sp>
      <p:graphicFrame>
        <p:nvGraphicFramePr>
          <p:cNvPr id="110" name="">
            <a:extLst xmlns:a="http://schemas.openxmlformats.org/drawingml/2006/main">
              <a:ext uri="{FF2B5EF4-FFF2-40B4-BE49-F238E27FC236}">
                <a16:creationId xmlns:a16="http://schemas.microsoft.com/office/drawing/2014/main" id="{4CDA79D0-2BA2-438C-B653-D71CD3C71DE0}"/>
              </a:ext>
            </a:extLst>
          </p:cNvPr>
          <p:cNvGraphicFramePr/>
          <p:nvPr/>
        </p:nvGraphicFramePr>
        <p:xfrm>
          <a:off xmlns:a="http://schemas.openxmlformats.org/drawingml/2006/main" x="11144250" y="2476500"/>
          <a:ext xmlns:a="http://schemas.openxmlformats.org/drawingml/2006/main" cx="5076825" cy="2667000"/>
        </p:xfrm>
        <a:graphic xmlns:a="http://schemas.openxmlformats.org/drawingml/2006/main">
          <a:graphicData uri="http://schemas.openxmlformats.org/drawingml/2006/table">
            <a:tbl>
              <a:tblPr/>
              <a:tblGrid>
                <a:gridCol w="3429000"/>
                <a:gridCol w="1647825"/>
              </a:tblGrid>
              <a:tr h="889000">
                <a:tc>
                  <a:txBody>
                    <a:bodyPr lIns="114300" tIns="114300" rIns="114300" bIns="114300"/>
                    <a:lstStyle/>
                    <a:p>
                      <a:r>
                        <a:rPr sz="2700" b="1">
                          <a:solidFill>
                            <a:srgbClr val="FFFFFF"/>
                          </a:solidFill>
                          <a:latin typeface="Calibri"/>
                          <a:ea typeface="Calibri"/>
                          <a:cs typeface="Calibri"/>
                        </a:rPr>
                        <a:t>Before traffic</a:t>
                      </a:r>
                    </a:p>
                  </a:txBody>
                  <a:tcPr marL="91440" marR="91440" marT="45720" marB="45720">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lIns="114300" tIns="114300" rIns="114300" bIns="114300"/>
                    <a:lstStyle/>
                    <a:p>
                      <a:r>
                        <a:rPr sz="2700" b="1">
                          <a:solidFill>
                            <a:srgbClr val="FFFFFF"/>
                          </a:solidFill>
                          <a:latin typeface="Calibri"/>
                          <a:ea typeface="Calibri"/>
                          <a:cs typeface="Calibri"/>
                        </a:rPr>
                        <a:t>Ready</a:t>
                      </a:r>
                    </a:p>
                  </a:txBody>
                  <a:tcPr marL="91440" marR="91440" marT="45720" marB="45720">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r>
              <a:tr h="889000">
                <a:tc>
                  <a:txBody>
                    <a:bodyPr lIns="114300" tIns="114300" rIns="114300" bIns="114300"/>
                    <a:lstStyle/>
                    <a:p>
                      <a:r>
                        <a:rPr sz="2700" b="0">
                          <a:solidFill>
                            <a:srgbClr val="333333"/>
                          </a:solidFill>
                          <a:latin typeface="Calibri"/>
                          <a:ea typeface="Calibri"/>
                          <a:cs typeface="Calibri"/>
                        </a:rPr>
                        <a:t>Gateway</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700" b="0">
                          <a:solidFill>
                            <a:srgbClr val="333333"/>
                          </a:solidFill>
                          <a:latin typeface="Calibri"/>
                          <a:ea typeface="Calibri"/>
                          <a:cs typeface="Calibri"/>
                        </a:rPr>
                        <a:t>1 / 1</a:t>
                      </a:r>
                    </a:p>
                  </a:txBody>
                  <a:tcPr marL="91440" marR="91440" marT="45720" marB="45720">
                    <a:lnR w="28575">
                      <a:solidFill>
                        <a:srgbClr val="FFFFFF"/>
                      </a:solidFill>
                      <a:prstDash val="solid"/>
                    </a:lnR>
                    <a:lnB w="28575">
                      <a:solidFill>
                        <a:srgbClr val="FFFFFF"/>
                      </a:solidFill>
                      <a:prstDash val="solid"/>
                    </a:lnB>
                    <a:solidFill>
                      <a:srgbClr val="F8EBEB"/>
                    </a:solidFill>
                  </a:tcPr>
                </a:tc>
              </a:tr>
              <a:tr h="889000">
                <a:tc>
                  <a:txBody>
                    <a:bodyPr lIns="114300" tIns="114300" rIns="114300" bIns="114300"/>
                    <a:lstStyle/>
                    <a:p>
                      <a:r>
                        <a:rPr sz="2700" b="0">
                          <a:solidFill>
                            <a:srgbClr val="333333"/>
                          </a:solidFill>
                          <a:latin typeface="Calibri"/>
                          <a:ea typeface="Calibri"/>
                          <a:cs typeface="Calibri"/>
                        </a:rPr>
                        <a:t>Worker</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700" b="0">
                          <a:solidFill>
                            <a:srgbClr val="333333"/>
                          </a:solidFill>
                          <a:latin typeface="Calibri"/>
                          <a:ea typeface="Calibri"/>
                          <a:cs typeface="Calibri"/>
                        </a:rPr>
                        <a:t>1 / 1</a:t>
                      </a:r>
                    </a:p>
                  </a:txBody>
                  <a:tcPr marL="91440" marR="91440" marT="45720" marB="45720">
                    <a:lnR w="28575">
                      <a:solidFill>
                        <a:srgbClr val="FFFFFF"/>
                      </a:solidFill>
                      <a:prstDash val="solid"/>
                    </a:lnR>
                    <a:lnB w="28575">
                      <a:solidFill>
                        <a:srgbClr val="FFFFFF"/>
                      </a:solidFill>
                      <a:prstDash val="solid"/>
                    </a:lnB>
                    <a:solidFill>
                      <a:srgbClr val="FFFFFF"/>
                    </a:solidFill>
                  </a:tcPr>
                </a:tc>
              </a:tr>
            </a:tbl>
          </a:graphicData>
        </a:graphic>
      </p:graphicFrame>
      <p:sp>
        <p:nvSpPr>
          <p:cNvPr id="111" name="">
            <a:extLst xmlns:a="http://schemas.openxmlformats.org/drawingml/2006/main">
              <a:ext uri="{FF2B5EF4-FFF2-40B4-BE49-F238E27FC236}">
                <a16:creationId xmlns:a16="http://schemas.microsoft.com/office/drawing/2014/main" id="{26E1E5E0-26E0-42F0-9790-4955952ACC85}"/>
              </a:ext>
            </a:extLst>
          </p:cNvPr>
          <p:cNvSpPr>
            <a:spLocks xmlns:a="http://schemas.openxmlformats.org/drawingml/2006/main" noGrp="1"/>
          </p:cNvSpPr>
          <p:nvPr/>
        </p:nvSpPr>
        <p:spPr>
          <a:xfrm xmlns:a="http://schemas.openxmlformats.org/drawingml/2006/main">
            <a:off x="2238375" y="7381875"/>
            <a:ext cx="13982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1">
                <a:solidFill>
                  <a:srgbClr val="A83033"/>
                </a:solidFill>
                <a:latin typeface="Calibri"/>
                <a:ea typeface="Calibri"/>
                <a:cs typeface="Calibri"/>
              </a:defRPr>
            </a:defPPr>
            <a:lvl1pPr>
              <a:defRPr sz="2925" b="1">
                <a:solidFill>
                  <a:srgbClr val="A83033"/>
                </a:solidFill>
                <a:latin typeface="Calibri"/>
                <a:ea typeface="Calibri"/>
                <a:cs typeface="Calibri"/>
              </a:defRPr>
            </a:lvl1pPr>
            <a:lvl2pPr>
              <a:defRPr sz="2925" b="1">
                <a:solidFill>
                  <a:srgbClr val="A83033"/>
                </a:solidFill>
                <a:latin typeface="Calibri"/>
                <a:ea typeface="Calibri"/>
                <a:cs typeface="Calibri"/>
              </a:defRPr>
            </a:lvl2pPr>
            <a:lvl3pPr>
              <a:defRPr sz="2925" b="1">
                <a:solidFill>
                  <a:srgbClr val="A83033"/>
                </a:solidFill>
                <a:latin typeface="Calibri"/>
                <a:ea typeface="Calibri"/>
                <a:cs typeface="Calibri"/>
              </a:defRPr>
            </a:lvl3pPr>
            <a:lvl4pPr>
              <a:defRPr sz="2925" b="1">
                <a:solidFill>
                  <a:srgbClr val="A83033"/>
                </a:solidFill>
                <a:latin typeface="Calibri"/>
                <a:ea typeface="Calibri"/>
                <a:cs typeface="Calibri"/>
              </a:defRPr>
            </a:lvl4pPr>
            <a:lvl5pPr>
              <a:defRPr sz="2925" b="1">
                <a:solidFill>
                  <a:srgbClr val="A83033"/>
                </a:solidFill>
                <a:latin typeface="Calibri"/>
                <a:ea typeface="Calibri"/>
                <a:cs typeface="Calibri"/>
              </a:defRPr>
            </a:lvl5pPr>
            <a:lvl6pPr>
              <a:defRPr sz="2925" b="1">
                <a:solidFill>
                  <a:srgbClr val="A83033"/>
                </a:solidFill>
                <a:latin typeface="Calibri"/>
                <a:ea typeface="Calibri"/>
                <a:cs typeface="Calibri"/>
              </a:defRPr>
            </a:lvl6pPr>
            <a:lvl7pPr>
              <a:defRPr sz="2925" b="1">
                <a:solidFill>
                  <a:srgbClr val="A83033"/>
                </a:solidFill>
                <a:latin typeface="Calibri"/>
                <a:ea typeface="Calibri"/>
                <a:cs typeface="Calibri"/>
              </a:defRPr>
            </a:lvl7pPr>
            <a:lvl8pPr>
              <a:defRPr sz="2925" b="1">
                <a:solidFill>
                  <a:srgbClr val="A83033"/>
                </a:solidFill>
                <a:latin typeface="Calibri"/>
                <a:ea typeface="Calibri"/>
                <a:cs typeface="Calibri"/>
              </a:defRPr>
            </a:lvl8pPr>
            <a:lvl9pPr>
              <a:defRPr sz="2925" b="1">
                <a:solidFill>
                  <a:srgbClr val="A83033"/>
                </a:solidFill>
                <a:latin typeface="Calibri"/>
                <a:ea typeface="Calibri"/>
                <a:cs typeface="Calibri"/>
              </a:defRPr>
            </a:lvl9pPr>
          </a:lstStyle>
          <a:p xmlns:a="http://schemas.openxmlformats.org/drawingml/2006/main">
            <a:pPr>
              <a:defRPr sz="2925" b="1">
                <a:solidFill>
                  <a:srgbClr val="A83033"/>
                </a:solidFill>
                <a:latin typeface="Calibri"/>
                <a:ea typeface="Calibri"/>
                <a:cs typeface="Calibri"/>
              </a:defRPr>
            </a:pPr>
            <a:r>
              <a:rPr sz="2925" b="1">
                <a:solidFill>
                  <a:srgbClr val="A83033"/>
                </a:solidFill>
                <a:latin typeface="Calibri"/>
                <a:ea typeface="Calibri"/>
                <a:cs typeface="Calibri"/>
              </a:rPr>
              <a:t>Four-minute flash workload. The first 60 seconds are warm-up.</a:t>
            </a:r>
          </a:p>
        </p:txBody>
      </p:sp>
      <p:sp>
        <p:nvSpPr>
          <p:cNvPr id="112" name="">
            <a:extLst xmlns:a="http://schemas.openxmlformats.org/drawingml/2006/main">
              <a:ext uri="{FF2B5EF4-FFF2-40B4-BE49-F238E27FC236}">
                <a16:creationId xmlns:a16="http://schemas.microsoft.com/office/drawing/2014/main" id="{1D772EDE-CCA3-4B82-8061-FAC8D5A20709}"/>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07 / 18</a:t>
            </a:r>
          </a:p>
        </p:txBody>
      </p:sp>
    </p:spTree>
    <p:extLst>
      <p:ext uri="{BB962C8B-B14F-4D97-AF65-F5344CB8AC3E}">
        <p14:creationId xmlns:p14="http://schemas.microsoft.com/office/powerpoint/2010/main" val="151882046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2f6ac80e57034895">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10097eb9de8c4959">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64EF1510-E885-4E3F-8423-0E2FBB788993}"/>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Demo: scale-out during model warm-up</a:t>
            </a:r>
          </a:p>
        </p:txBody>
      </p:sp>
      <p:pic>
        <p:nvPicPr>
          <p:cNvPr id="108" name="Picture 107">
            <a:extLst xmlns:a="http://schemas.openxmlformats.org/drawingml/2006/main">
              <a:ext uri="{FF2B5EF4-FFF2-40B4-BE49-F238E27FC236}">
                <a16:creationId xmlns:a16="http://schemas.microsoft.com/office/drawing/2014/main" id="{E6A3F8B7-75C6-4308-93F4-1B8B516C2CC5}"/>
              </a:ext>
            </a:extLst>
          </p:cNvPr>
          <p:cNvPicPr>
            <a:picLocks xmlns:a="http://schemas.openxmlformats.org/drawingml/2006/main" noChangeAspect="1"/>
          </p:cNvPicPr>
          <p:nvPr/>
        </p:nvPicPr>
        <p:blipFill>
          <a:blip xmlns:r="http://schemas.openxmlformats.org/officeDocument/2006/relationships" xmlns:a="http://schemas.openxmlformats.org/drawingml/2006/main" r:embed="R419158246d19490a"/>
          <a:stretch xmlns:a="http://schemas.openxmlformats.org/drawingml/2006/main"/>
        </p:blipFill>
        <p:spPr>
          <a:xfrm xmlns:a="http://schemas.openxmlformats.org/drawingml/2006/main">
            <a:off x="2238375" y="2050247"/>
            <a:ext cx="10382250" cy="5843606"/>
          </a:xfrm>
          <a:prstGeom xmlns:a="http://schemas.openxmlformats.org/drawingml/2006/main" prst="rect">
            <a:avLst/>
          </a:prstGeom>
        </p:spPr>
      </p:pic>
      <p:sp>
        <p:nvSpPr>
          <p:cNvPr id="109" name="Rectangle 108">
            <a:extLst xmlns:a="http://schemas.openxmlformats.org/drawingml/2006/main">
              <a:ext uri="{FF2B5EF4-FFF2-40B4-BE49-F238E27FC236}">
                <a16:creationId xmlns:a16="http://schemas.microsoft.com/office/drawing/2014/main" id="{999AC404-C22B-48E7-BFA9-0AA312FBE3C1}"/>
              </a:ext>
            </a:extLst>
          </p:cNvPr>
          <p:cNvSpPr>
            <a:spLocks xmlns:a="http://schemas.openxmlformats.org/drawingml/2006/main" noGrp="1"/>
          </p:cNvSpPr>
          <p:nvPr/>
        </p:nvSpPr>
        <p:spPr>
          <a:xfrm xmlns:a="http://schemas.openxmlformats.org/drawingml/2006/main">
            <a:off x="12954000" y="2190750"/>
            <a:ext cx="32670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A83033"/>
                </a:solidFill>
                <a:latin typeface="Calibri"/>
                <a:ea typeface="Calibri"/>
                <a:cs typeface="Calibri"/>
              </a:defRPr>
            </a:defPPr>
            <a:lvl1pPr>
              <a:buNone/>
              <a:defRPr sz="2700" b="1">
                <a:solidFill>
                  <a:srgbClr val="A83033"/>
                </a:solidFill>
                <a:latin typeface="Calibri"/>
                <a:ea typeface="Calibri"/>
                <a:cs typeface="Calibri"/>
              </a:defRPr>
            </a:lvl1pPr>
            <a:lvl2pPr>
              <a:buNone/>
              <a:defRPr sz="2700" b="1">
                <a:solidFill>
                  <a:srgbClr val="A83033"/>
                </a:solidFill>
                <a:latin typeface="Calibri"/>
                <a:ea typeface="Calibri"/>
                <a:cs typeface="Calibri"/>
              </a:defRPr>
            </a:lvl2pPr>
            <a:lvl3pPr>
              <a:buNone/>
              <a:defRPr sz="2700" b="1">
                <a:solidFill>
                  <a:srgbClr val="A83033"/>
                </a:solidFill>
                <a:latin typeface="Calibri"/>
                <a:ea typeface="Calibri"/>
                <a:cs typeface="Calibri"/>
              </a:defRPr>
            </a:lvl3pPr>
            <a:lvl4pPr>
              <a:buNone/>
              <a:defRPr sz="2700" b="1">
                <a:solidFill>
                  <a:srgbClr val="A83033"/>
                </a:solidFill>
                <a:latin typeface="Calibri"/>
                <a:ea typeface="Calibri"/>
                <a:cs typeface="Calibri"/>
              </a:defRPr>
            </a:lvl4pPr>
            <a:lvl5pPr>
              <a:buNone/>
              <a:defRPr sz="2700" b="1">
                <a:solidFill>
                  <a:srgbClr val="A83033"/>
                </a:solidFill>
                <a:latin typeface="Calibri"/>
                <a:ea typeface="Calibri"/>
                <a:cs typeface="Calibri"/>
              </a:defRPr>
            </a:lvl5pPr>
            <a:lvl6pPr>
              <a:buNone/>
              <a:defRPr sz="2700" b="1">
                <a:solidFill>
                  <a:srgbClr val="A83033"/>
                </a:solidFill>
                <a:latin typeface="Calibri"/>
                <a:ea typeface="Calibri"/>
                <a:cs typeface="Calibri"/>
              </a:defRPr>
            </a:lvl6pPr>
            <a:lvl7pPr>
              <a:buNone/>
              <a:defRPr sz="2700" b="1">
                <a:solidFill>
                  <a:srgbClr val="A83033"/>
                </a:solidFill>
                <a:latin typeface="Calibri"/>
                <a:ea typeface="Calibri"/>
                <a:cs typeface="Calibri"/>
              </a:defRPr>
            </a:lvl7pPr>
            <a:lvl8pPr>
              <a:buNone/>
              <a:defRPr sz="2700" b="1">
                <a:solidFill>
                  <a:srgbClr val="A83033"/>
                </a:solidFill>
                <a:latin typeface="Calibri"/>
                <a:ea typeface="Calibri"/>
                <a:cs typeface="Calibri"/>
              </a:defRPr>
            </a:lvl8pPr>
            <a:lvl9pPr>
              <a:buNone/>
              <a:defRPr sz="2700" b="1">
                <a:solidFill>
                  <a:srgbClr val="A83033"/>
                </a:solidFill>
                <a:latin typeface="Calibri"/>
                <a:ea typeface="Calibri"/>
                <a:cs typeface="Calibri"/>
              </a:defRPr>
            </a:lvl9pPr>
          </a:lstStyle>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20 seconds</a:t>
            </a:r>
          </a:p>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Target: 2 workers</a:t>
            </a:r>
          </a:p>
        </p:txBody>
      </p:sp>
      <p:sp>
        <p:nvSpPr>
          <p:cNvPr id="110" name="Rectangle 109">
            <a:extLst xmlns:a="http://schemas.openxmlformats.org/drawingml/2006/main">
              <a:ext uri="{FF2B5EF4-FFF2-40B4-BE49-F238E27FC236}">
                <a16:creationId xmlns:a16="http://schemas.microsoft.com/office/drawing/2014/main" id="{78B172C9-046E-4ABD-9E60-5A9C3EBB98A4}"/>
              </a:ext>
            </a:extLst>
          </p:cNvPr>
          <p:cNvSpPr>
            <a:spLocks xmlns:a="http://schemas.openxmlformats.org/drawingml/2006/main" noGrp="1"/>
          </p:cNvSpPr>
          <p:nvPr/>
        </p:nvSpPr>
        <p:spPr>
          <a:xfrm xmlns:a="http://schemas.openxmlformats.org/drawingml/2006/main">
            <a:off x="12954000" y="3429000"/>
            <a:ext cx="3267075"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333333"/>
                </a:solidFill>
                <a:latin typeface="Calibri"/>
                <a:ea typeface="Calibri"/>
                <a:cs typeface="Calibri"/>
              </a:defRPr>
            </a:defPPr>
            <a:lvl1pPr>
              <a:buNone/>
              <a:defRPr sz="2475" b="0">
                <a:solidFill>
                  <a:srgbClr val="333333"/>
                </a:solidFill>
                <a:latin typeface="Calibri"/>
                <a:ea typeface="Calibri"/>
                <a:cs typeface="Calibri"/>
              </a:defRPr>
            </a:lvl1pPr>
            <a:lvl2pPr>
              <a:buNone/>
              <a:defRPr sz="2475" b="0">
                <a:solidFill>
                  <a:srgbClr val="333333"/>
                </a:solidFill>
                <a:latin typeface="Calibri"/>
                <a:ea typeface="Calibri"/>
                <a:cs typeface="Calibri"/>
              </a:defRPr>
            </a:lvl2pPr>
            <a:lvl3pPr>
              <a:buNone/>
              <a:defRPr sz="2475" b="0">
                <a:solidFill>
                  <a:srgbClr val="333333"/>
                </a:solidFill>
                <a:latin typeface="Calibri"/>
                <a:ea typeface="Calibri"/>
                <a:cs typeface="Calibri"/>
              </a:defRPr>
            </a:lvl3pPr>
            <a:lvl4pPr>
              <a:buNone/>
              <a:defRPr sz="2475" b="0">
                <a:solidFill>
                  <a:srgbClr val="333333"/>
                </a:solidFill>
                <a:latin typeface="Calibri"/>
                <a:ea typeface="Calibri"/>
                <a:cs typeface="Calibri"/>
              </a:defRPr>
            </a:lvl4pPr>
            <a:lvl5pPr>
              <a:buNone/>
              <a:defRPr sz="2475" b="0">
                <a:solidFill>
                  <a:srgbClr val="333333"/>
                </a:solidFill>
                <a:latin typeface="Calibri"/>
                <a:ea typeface="Calibri"/>
                <a:cs typeface="Calibri"/>
              </a:defRPr>
            </a:lvl5pPr>
            <a:lvl6pPr>
              <a:buNone/>
              <a:defRPr sz="2475" b="0">
                <a:solidFill>
                  <a:srgbClr val="333333"/>
                </a:solidFill>
                <a:latin typeface="Calibri"/>
                <a:ea typeface="Calibri"/>
                <a:cs typeface="Calibri"/>
              </a:defRPr>
            </a:lvl6pPr>
            <a:lvl7pPr>
              <a:buNone/>
              <a:defRPr sz="2475" b="0">
                <a:solidFill>
                  <a:srgbClr val="333333"/>
                </a:solidFill>
                <a:latin typeface="Calibri"/>
                <a:ea typeface="Calibri"/>
                <a:cs typeface="Calibri"/>
              </a:defRPr>
            </a:lvl7pPr>
            <a:lvl8pPr>
              <a:buNone/>
              <a:defRPr sz="2475" b="0">
                <a:solidFill>
                  <a:srgbClr val="333333"/>
                </a:solidFill>
                <a:latin typeface="Calibri"/>
                <a:ea typeface="Calibri"/>
                <a:cs typeface="Calibri"/>
              </a:defRPr>
            </a:lvl8pPr>
            <a:lvl9pPr>
              <a:buNone/>
              <a:defRPr sz="2475" b="0">
                <a:solidFill>
                  <a:srgbClr val="333333"/>
                </a:solidFill>
                <a:latin typeface="Calibri"/>
                <a:ea typeface="Calibri"/>
                <a:cs typeface="Calibri"/>
              </a:defRPr>
            </a:lvl9pPr>
          </a:lstStyle>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model needs six windows.</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Observed demand already exceeds one worker’s safe rate.</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cards show state before the latest decision.</a:t>
            </a:r>
          </a:p>
        </p:txBody>
      </p:sp>
      <p:sp>
        <p:nvSpPr>
          <p:cNvPr id="111" name="">
            <a:extLst xmlns:a="http://schemas.openxmlformats.org/drawingml/2006/main">
              <a:ext uri="{FF2B5EF4-FFF2-40B4-BE49-F238E27FC236}">
                <a16:creationId xmlns:a16="http://schemas.microsoft.com/office/drawing/2014/main" id="{9DDA6C46-08C5-4108-9205-E893A037F1A9}"/>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08 / 18</a:t>
            </a:r>
          </a:p>
        </p:txBody>
      </p:sp>
    </p:spTree>
    <p:extLst>
      <p:ext uri="{BB962C8B-B14F-4D97-AF65-F5344CB8AC3E}">
        <p14:creationId xmlns:p14="http://schemas.microsoft.com/office/powerpoint/2010/main" val="151882046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377f69043d1e4655">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77d91ecc5779485b">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0957F33F-F8B3-42CC-B843-77F7A91041C9}"/>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Demo: forecasting begins at 60 seconds</a:t>
            </a:r>
          </a:p>
        </p:txBody>
      </p:sp>
      <p:pic>
        <p:nvPicPr>
          <p:cNvPr id="108" name="Picture 107">
            <a:extLst xmlns:a="http://schemas.openxmlformats.org/drawingml/2006/main">
              <a:ext uri="{FF2B5EF4-FFF2-40B4-BE49-F238E27FC236}">
                <a16:creationId xmlns:a16="http://schemas.microsoft.com/office/drawing/2014/main" id="{9D10F85C-D736-4EB6-82BE-5EF3133A5DDB}"/>
              </a:ext>
            </a:extLst>
          </p:cNvPr>
          <p:cNvPicPr>
            <a:picLocks xmlns:a="http://schemas.openxmlformats.org/drawingml/2006/main" noChangeAspect="1"/>
          </p:cNvPicPr>
          <p:nvPr/>
        </p:nvPicPr>
        <p:blipFill>
          <a:blip xmlns:r="http://schemas.openxmlformats.org/officeDocument/2006/relationships" xmlns:a="http://schemas.openxmlformats.org/drawingml/2006/main" r:embed="R91510c29e6734852"/>
          <a:stretch xmlns:a="http://schemas.openxmlformats.org/drawingml/2006/main"/>
        </p:blipFill>
        <p:spPr>
          <a:xfrm xmlns:a="http://schemas.openxmlformats.org/drawingml/2006/main">
            <a:off x="2238375" y="2050247"/>
            <a:ext cx="10382250" cy="5843606"/>
          </a:xfrm>
          <a:prstGeom xmlns:a="http://schemas.openxmlformats.org/drawingml/2006/main" prst="rect">
            <a:avLst/>
          </a:prstGeom>
        </p:spPr>
      </p:pic>
      <p:sp>
        <p:nvSpPr>
          <p:cNvPr id="109" name="Rectangle 108">
            <a:extLst xmlns:a="http://schemas.openxmlformats.org/drawingml/2006/main">
              <a:ext uri="{FF2B5EF4-FFF2-40B4-BE49-F238E27FC236}">
                <a16:creationId xmlns:a16="http://schemas.microsoft.com/office/drawing/2014/main" id="{7BE98A76-1347-4001-AC46-8EE42908E0F0}"/>
              </a:ext>
            </a:extLst>
          </p:cNvPr>
          <p:cNvSpPr>
            <a:spLocks xmlns:a="http://schemas.openxmlformats.org/drawingml/2006/main" noGrp="1"/>
          </p:cNvSpPr>
          <p:nvPr/>
        </p:nvSpPr>
        <p:spPr>
          <a:xfrm xmlns:a="http://schemas.openxmlformats.org/drawingml/2006/main">
            <a:off x="12954000" y="2190750"/>
            <a:ext cx="32670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A83033"/>
                </a:solidFill>
                <a:latin typeface="Calibri"/>
                <a:ea typeface="Calibri"/>
                <a:cs typeface="Calibri"/>
              </a:defRPr>
            </a:defPPr>
            <a:lvl1pPr>
              <a:buNone/>
              <a:defRPr sz="2700" b="1">
                <a:solidFill>
                  <a:srgbClr val="A83033"/>
                </a:solidFill>
                <a:latin typeface="Calibri"/>
                <a:ea typeface="Calibri"/>
                <a:cs typeface="Calibri"/>
              </a:defRPr>
            </a:lvl1pPr>
            <a:lvl2pPr>
              <a:buNone/>
              <a:defRPr sz="2700" b="1">
                <a:solidFill>
                  <a:srgbClr val="A83033"/>
                </a:solidFill>
                <a:latin typeface="Calibri"/>
                <a:ea typeface="Calibri"/>
                <a:cs typeface="Calibri"/>
              </a:defRPr>
            </a:lvl2pPr>
            <a:lvl3pPr>
              <a:buNone/>
              <a:defRPr sz="2700" b="1">
                <a:solidFill>
                  <a:srgbClr val="A83033"/>
                </a:solidFill>
                <a:latin typeface="Calibri"/>
                <a:ea typeface="Calibri"/>
                <a:cs typeface="Calibri"/>
              </a:defRPr>
            </a:lvl3pPr>
            <a:lvl4pPr>
              <a:buNone/>
              <a:defRPr sz="2700" b="1">
                <a:solidFill>
                  <a:srgbClr val="A83033"/>
                </a:solidFill>
                <a:latin typeface="Calibri"/>
                <a:ea typeface="Calibri"/>
                <a:cs typeface="Calibri"/>
              </a:defRPr>
            </a:lvl4pPr>
            <a:lvl5pPr>
              <a:buNone/>
              <a:defRPr sz="2700" b="1">
                <a:solidFill>
                  <a:srgbClr val="A83033"/>
                </a:solidFill>
                <a:latin typeface="Calibri"/>
                <a:ea typeface="Calibri"/>
                <a:cs typeface="Calibri"/>
              </a:defRPr>
            </a:lvl5pPr>
            <a:lvl6pPr>
              <a:buNone/>
              <a:defRPr sz="2700" b="1">
                <a:solidFill>
                  <a:srgbClr val="A83033"/>
                </a:solidFill>
                <a:latin typeface="Calibri"/>
                <a:ea typeface="Calibri"/>
                <a:cs typeface="Calibri"/>
              </a:defRPr>
            </a:lvl6pPr>
            <a:lvl7pPr>
              <a:buNone/>
              <a:defRPr sz="2700" b="1">
                <a:solidFill>
                  <a:srgbClr val="A83033"/>
                </a:solidFill>
                <a:latin typeface="Calibri"/>
                <a:ea typeface="Calibri"/>
                <a:cs typeface="Calibri"/>
              </a:defRPr>
            </a:lvl7pPr>
            <a:lvl8pPr>
              <a:buNone/>
              <a:defRPr sz="2700" b="1">
                <a:solidFill>
                  <a:srgbClr val="A83033"/>
                </a:solidFill>
                <a:latin typeface="Calibri"/>
                <a:ea typeface="Calibri"/>
                <a:cs typeface="Calibri"/>
              </a:defRPr>
            </a:lvl8pPr>
            <a:lvl9pPr>
              <a:buNone/>
              <a:defRPr sz="2700" b="1">
                <a:solidFill>
                  <a:srgbClr val="A83033"/>
                </a:solidFill>
                <a:latin typeface="Calibri"/>
                <a:ea typeface="Calibri"/>
                <a:cs typeface="Calibri"/>
              </a:defRPr>
            </a:lvl9pPr>
          </a:lstStyle>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39.4 RPS observed</a:t>
            </a:r>
          </a:p>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47.7 RPS forecast</a:t>
            </a:r>
          </a:p>
        </p:txBody>
      </p:sp>
      <p:sp>
        <p:nvSpPr>
          <p:cNvPr id="110" name="Rectangle 109">
            <a:extLst xmlns:a="http://schemas.openxmlformats.org/drawingml/2006/main">
              <a:ext uri="{FF2B5EF4-FFF2-40B4-BE49-F238E27FC236}">
                <a16:creationId xmlns:a16="http://schemas.microsoft.com/office/drawing/2014/main" id="{2F9FFF78-794B-4B79-BFC8-9E2431BA5AC8}"/>
              </a:ext>
            </a:extLst>
          </p:cNvPr>
          <p:cNvSpPr>
            <a:spLocks xmlns:a="http://schemas.openxmlformats.org/drawingml/2006/main" noGrp="1"/>
          </p:cNvSpPr>
          <p:nvPr/>
        </p:nvSpPr>
        <p:spPr>
          <a:xfrm xmlns:a="http://schemas.openxmlformats.org/drawingml/2006/main">
            <a:off x="12954000" y="3429000"/>
            <a:ext cx="3267075"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333333"/>
                </a:solidFill>
                <a:latin typeface="Calibri"/>
                <a:ea typeface="Calibri"/>
                <a:cs typeface="Calibri"/>
              </a:defRPr>
            </a:defPPr>
            <a:lvl1pPr>
              <a:buNone/>
              <a:defRPr sz="2475" b="0">
                <a:solidFill>
                  <a:srgbClr val="333333"/>
                </a:solidFill>
                <a:latin typeface="Calibri"/>
                <a:ea typeface="Calibri"/>
                <a:cs typeface="Calibri"/>
              </a:defRPr>
            </a:lvl1pPr>
            <a:lvl2pPr>
              <a:buNone/>
              <a:defRPr sz="2475" b="0">
                <a:solidFill>
                  <a:srgbClr val="333333"/>
                </a:solidFill>
                <a:latin typeface="Calibri"/>
                <a:ea typeface="Calibri"/>
                <a:cs typeface="Calibri"/>
              </a:defRPr>
            </a:lvl2pPr>
            <a:lvl3pPr>
              <a:buNone/>
              <a:defRPr sz="2475" b="0">
                <a:solidFill>
                  <a:srgbClr val="333333"/>
                </a:solidFill>
                <a:latin typeface="Calibri"/>
                <a:ea typeface="Calibri"/>
                <a:cs typeface="Calibri"/>
              </a:defRPr>
            </a:lvl3pPr>
            <a:lvl4pPr>
              <a:buNone/>
              <a:defRPr sz="2475" b="0">
                <a:solidFill>
                  <a:srgbClr val="333333"/>
                </a:solidFill>
                <a:latin typeface="Calibri"/>
                <a:ea typeface="Calibri"/>
                <a:cs typeface="Calibri"/>
              </a:defRPr>
            </a:lvl4pPr>
            <a:lvl5pPr>
              <a:buNone/>
              <a:defRPr sz="2475" b="0">
                <a:solidFill>
                  <a:srgbClr val="333333"/>
                </a:solidFill>
                <a:latin typeface="Calibri"/>
                <a:ea typeface="Calibri"/>
                <a:cs typeface="Calibri"/>
              </a:defRPr>
            </a:lvl5pPr>
            <a:lvl6pPr>
              <a:buNone/>
              <a:defRPr sz="2475" b="0">
                <a:solidFill>
                  <a:srgbClr val="333333"/>
                </a:solidFill>
                <a:latin typeface="Calibri"/>
                <a:ea typeface="Calibri"/>
                <a:cs typeface="Calibri"/>
              </a:defRPr>
            </a:lvl6pPr>
            <a:lvl7pPr>
              <a:buNone/>
              <a:defRPr sz="2475" b="0">
                <a:solidFill>
                  <a:srgbClr val="333333"/>
                </a:solidFill>
                <a:latin typeface="Calibri"/>
                <a:ea typeface="Calibri"/>
                <a:cs typeface="Calibri"/>
              </a:defRPr>
            </a:lvl7pPr>
            <a:lvl8pPr>
              <a:buNone/>
              <a:defRPr sz="2475" b="0">
                <a:solidFill>
                  <a:srgbClr val="333333"/>
                </a:solidFill>
                <a:latin typeface="Calibri"/>
                <a:ea typeface="Calibri"/>
                <a:cs typeface="Calibri"/>
              </a:defRPr>
            </a:lvl8pPr>
            <a:lvl9pPr>
              <a:buNone/>
              <a:defRPr sz="2475" b="0">
                <a:solidFill>
                  <a:srgbClr val="333333"/>
                </a:solidFill>
                <a:latin typeface="Calibri"/>
                <a:ea typeface="Calibri"/>
                <a:cs typeface="Calibri"/>
              </a:defRPr>
            </a:lvl9pPr>
          </a:lstStyle>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Four workers are ready.</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p95 is 64.3 ms in this window.</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trend shows earlier real scale-out actions.</a:t>
            </a:r>
          </a:p>
        </p:txBody>
      </p:sp>
      <p:sp>
        <p:nvSpPr>
          <p:cNvPr id="111" name="">
            <a:extLst xmlns:a="http://schemas.openxmlformats.org/drawingml/2006/main">
              <a:ext uri="{FF2B5EF4-FFF2-40B4-BE49-F238E27FC236}">
                <a16:creationId xmlns:a16="http://schemas.microsoft.com/office/drawing/2014/main" id="{53A3A889-60BC-4A11-AFD4-A03D73BE7350}"/>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09 / 18</a:t>
            </a:r>
          </a:p>
        </p:txBody>
      </p:sp>
    </p:spTree>
    <p:extLst>
      <p:ext uri="{BB962C8B-B14F-4D97-AF65-F5344CB8AC3E}">
        <p14:creationId xmlns:p14="http://schemas.microsoft.com/office/powerpoint/2010/main" val="15188204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70e8a5dc76754c8f">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46435cf6711648e0">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1BF6B073-7A0B-4310-B97E-0B0AA9322F49}"/>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Demo: stable downscale at 110 seconds</a:t>
            </a:r>
          </a:p>
        </p:txBody>
      </p:sp>
      <p:pic>
        <p:nvPicPr>
          <p:cNvPr id="108" name="Picture 107">
            <a:extLst xmlns:a="http://schemas.openxmlformats.org/drawingml/2006/main">
              <a:ext uri="{FF2B5EF4-FFF2-40B4-BE49-F238E27FC236}">
                <a16:creationId xmlns:a16="http://schemas.microsoft.com/office/drawing/2014/main" id="{7AB7AF55-6EE9-4A60-8A5F-6B030EE69AD0}"/>
              </a:ext>
            </a:extLst>
          </p:cNvPr>
          <p:cNvPicPr>
            <a:picLocks xmlns:a="http://schemas.openxmlformats.org/drawingml/2006/main" noChangeAspect="1"/>
          </p:cNvPicPr>
          <p:nvPr/>
        </p:nvPicPr>
        <p:blipFill>
          <a:blip xmlns:r="http://schemas.openxmlformats.org/officeDocument/2006/relationships" xmlns:a="http://schemas.openxmlformats.org/drawingml/2006/main" r:embed="R8a09b355d9ef45d3"/>
          <a:stretch xmlns:a="http://schemas.openxmlformats.org/drawingml/2006/main"/>
        </p:blipFill>
        <p:spPr>
          <a:xfrm xmlns:a="http://schemas.openxmlformats.org/drawingml/2006/main">
            <a:off x="2238375" y="2050247"/>
            <a:ext cx="10382250" cy="5843606"/>
          </a:xfrm>
          <a:prstGeom xmlns:a="http://schemas.openxmlformats.org/drawingml/2006/main" prst="rect">
            <a:avLst/>
          </a:prstGeom>
        </p:spPr>
      </p:pic>
      <p:sp>
        <p:nvSpPr>
          <p:cNvPr id="109" name="Rectangle 108">
            <a:extLst xmlns:a="http://schemas.openxmlformats.org/drawingml/2006/main">
              <a:ext uri="{FF2B5EF4-FFF2-40B4-BE49-F238E27FC236}">
                <a16:creationId xmlns:a16="http://schemas.microsoft.com/office/drawing/2014/main" id="{5918F708-5C4C-41F0-9041-E5C0823560D3}"/>
              </a:ext>
            </a:extLst>
          </p:cNvPr>
          <p:cNvSpPr>
            <a:spLocks xmlns:a="http://schemas.openxmlformats.org/drawingml/2006/main" noGrp="1"/>
          </p:cNvSpPr>
          <p:nvPr/>
        </p:nvSpPr>
        <p:spPr>
          <a:xfrm xmlns:a="http://schemas.openxmlformats.org/drawingml/2006/main">
            <a:off x="12954000" y="2190750"/>
            <a:ext cx="32670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A83033"/>
                </a:solidFill>
                <a:latin typeface="Calibri"/>
                <a:ea typeface="Calibri"/>
                <a:cs typeface="Calibri"/>
              </a:defRPr>
            </a:defPPr>
            <a:lvl1pPr>
              <a:buNone/>
              <a:defRPr sz="2700" b="1">
                <a:solidFill>
                  <a:srgbClr val="A83033"/>
                </a:solidFill>
                <a:latin typeface="Calibri"/>
                <a:ea typeface="Calibri"/>
                <a:cs typeface="Calibri"/>
              </a:defRPr>
            </a:lvl1pPr>
            <a:lvl2pPr>
              <a:buNone/>
              <a:defRPr sz="2700" b="1">
                <a:solidFill>
                  <a:srgbClr val="A83033"/>
                </a:solidFill>
                <a:latin typeface="Calibri"/>
                <a:ea typeface="Calibri"/>
                <a:cs typeface="Calibri"/>
              </a:defRPr>
            </a:lvl2pPr>
            <a:lvl3pPr>
              <a:buNone/>
              <a:defRPr sz="2700" b="1">
                <a:solidFill>
                  <a:srgbClr val="A83033"/>
                </a:solidFill>
                <a:latin typeface="Calibri"/>
                <a:ea typeface="Calibri"/>
                <a:cs typeface="Calibri"/>
              </a:defRPr>
            </a:lvl3pPr>
            <a:lvl4pPr>
              <a:buNone/>
              <a:defRPr sz="2700" b="1">
                <a:solidFill>
                  <a:srgbClr val="A83033"/>
                </a:solidFill>
                <a:latin typeface="Calibri"/>
                <a:ea typeface="Calibri"/>
                <a:cs typeface="Calibri"/>
              </a:defRPr>
            </a:lvl4pPr>
            <a:lvl5pPr>
              <a:buNone/>
              <a:defRPr sz="2700" b="1">
                <a:solidFill>
                  <a:srgbClr val="A83033"/>
                </a:solidFill>
                <a:latin typeface="Calibri"/>
                <a:ea typeface="Calibri"/>
                <a:cs typeface="Calibri"/>
              </a:defRPr>
            </a:lvl5pPr>
            <a:lvl6pPr>
              <a:buNone/>
              <a:defRPr sz="2700" b="1">
                <a:solidFill>
                  <a:srgbClr val="A83033"/>
                </a:solidFill>
                <a:latin typeface="Calibri"/>
                <a:ea typeface="Calibri"/>
                <a:cs typeface="Calibri"/>
              </a:defRPr>
            </a:lvl6pPr>
            <a:lvl7pPr>
              <a:buNone/>
              <a:defRPr sz="2700" b="1">
                <a:solidFill>
                  <a:srgbClr val="A83033"/>
                </a:solidFill>
                <a:latin typeface="Calibri"/>
                <a:ea typeface="Calibri"/>
                <a:cs typeface="Calibri"/>
              </a:defRPr>
            </a:lvl7pPr>
            <a:lvl8pPr>
              <a:buNone/>
              <a:defRPr sz="2700" b="1">
                <a:solidFill>
                  <a:srgbClr val="A83033"/>
                </a:solidFill>
                <a:latin typeface="Calibri"/>
                <a:ea typeface="Calibri"/>
                <a:cs typeface="Calibri"/>
              </a:defRPr>
            </a:lvl8pPr>
            <a:lvl9pPr>
              <a:buNone/>
              <a:defRPr sz="2700" b="1">
                <a:solidFill>
                  <a:srgbClr val="A83033"/>
                </a:solidFill>
                <a:latin typeface="Calibri"/>
                <a:ea typeface="Calibri"/>
                <a:cs typeface="Calibri"/>
              </a:defRPr>
            </a:lvl9pPr>
          </a:lstStyle>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110 seconds</a:t>
            </a:r>
          </a:p>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Target: 3 workers</a:t>
            </a:r>
          </a:p>
        </p:txBody>
      </p:sp>
      <p:sp>
        <p:nvSpPr>
          <p:cNvPr id="110" name="Rectangle 109">
            <a:extLst xmlns:a="http://schemas.openxmlformats.org/drawingml/2006/main">
              <a:ext uri="{FF2B5EF4-FFF2-40B4-BE49-F238E27FC236}">
                <a16:creationId xmlns:a16="http://schemas.microsoft.com/office/drawing/2014/main" id="{DA7AE05F-B70B-4373-B494-2E48990F10A7}"/>
              </a:ext>
            </a:extLst>
          </p:cNvPr>
          <p:cNvSpPr>
            <a:spLocks xmlns:a="http://schemas.openxmlformats.org/drawingml/2006/main" noGrp="1"/>
          </p:cNvSpPr>
          <p:nvPr/>
        </p:nvSpPr>
        <p:spPr>
          <a:xfrm xmlns:a="http://schemas.openxmlformats.org/drawingml/2006/main">
            <a:off x="12954000" y="3429000"/>
            <a:ext cx="3267075"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333333"/>
                </a:solidFill>
                <a:latin typeface="Calibri"/>
                <a:ea typeface="Calibri"/>
                <a:cs typeface="Calibri"/>
              </a:defRPr>
            </a:defPPr>
            <a:lvl1pPr>
              <a:buNone/>
              <a:defRPr sz="2475" b="0">
                <a:solidFill>
                  <a:srgbClr val="333333"/>
                </a:solidFill>
                <a:latin typeface="Calibri"/>
                <a:ea typeface="Calibri"/>
                <a:cs typeface="Calibri"/>
              </a:defRPr>
            </a:lvl1pPr>
            <a:lvl2pPr>
              <a:buNone/>
              <a:defRPr sz="2475" b="0">
                <a:solidFill>
                  <a:srgbClr val="333333"/>
                </a:solidFill>
                <a:latin typeface="Calibri"/>
                <a:ea typeface="Calibri"/>
                <a:cs typeface="Calibri"/>
              </a:defRPr>
            </a:lvl2pPr>
            <a:lvl3pPr>
              <a:buNone/>
              <a:defRPr sz="2475" b="0">
                <a:solidFill>
                  <a:srgbClr val="333333"/>
                </a:solidFill>
                <a:latin typeface="Calibri"/>
                <a:ea typeface="Calibri"/>
                <a:cs typeface="Calibri"/>
              </a:defRPr>
            </a:lvl3pPr>
            <a:lvl4pPr>
              <a:buNone/>
              <a:defRPr sz="2475" b="0">
                <a:solidFill>
                  <a:srgbClr val="333333"/>
                </a:solidFill>
                <a:latin typeface="Calibri"/>
                <a:ea typeface="Calibri"/>
                <a:cs typeface="Calibri"/>
              </a:defRPr>
            </a:lvl4pPr>
            <a:lvl5pPr>
              <a:buNone/>
              <a:defRPr sz="2475" b="0">
                <a:solidFill>
                  <a:srgbClr val="333333"/>
                </a:solidFill>
                <a:latin typeface="Calibri"/>
                <a:ea typeface="Calibri"/>
                <a:cs typeface="Calibri"/>
              </a:defRPr>
            </a:lvl5pPr>
            <a:lvl6pPr>
              <a:buNone/>
              <a:defRPr sz="2475" b="0">
                <a:solidFill>
                  <a:srgbClr val="333333"/>
                </a:solidFill>
                <a:latin typeface="Calibri"/>
                <a:ea typeface="Calibri"/>
                <a:cs typeface="Calibri"/>
              </a:defRPr>
            </a:lvl6pPr>
            <a:lvl7pPr>
              <a:buNone/>
              <a:defRPr sz="2475" b="0">
                <a:solidFill>
                  <a:srgbClr val="333333"/>
                </a:solidFill>
                <a:latin typeface="Calibri"/>
                <a:ea typeface="Calibri"/>
                <a:cs typeface="Calibri"/>
              </a:defRPr>
            </a:lvl7pPr>
            <a:lvl8pPr>
              <a:buNone/>
              <a:defRPr sz="2475" b="0">
                <a:solidFill>
                  <a:srgbClr val="333333"/>
                </a:solidFill>
                <a:latin typeface="Calibri"/>
                <a:ea typeface="Calibri"/>
                <a:cs typeface="Calibri"/>
              </a:defRPr>
            </a:lvl8pPr>
            <a:lvl9pPr>
              <a:buNone/>
              <a:defRPr sz="2475" b="0">
                <a:solidFill>
                  <a:srgbClr val="333333"/>
                </a:solidFill>
                <a:latin typeface="Calibri"/>
                <a:ea typeface="Calibri"/>
                <a:cs typeface="Calibri"/>
              </a:defRPr>
            </a:lvl9pPr>
          </a:lstStyle>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Demand falls to 15.3 RPS.</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controller waits before scaling down.</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Ready / desired still shows 4 / 4 before applying the new target.</a:t>
            </a:r>
          </a:p>
        </p:txBody>
      </p:sp>
      <p:sp>
        <p:nvSpPr>
          <p:cNvPr id="111" name="">
            <a:extLst xmlns:a="http://schemas.openxmlformats.org/drawingml/2006/main">
              <a:ext uri="{FF2B5EF4-FFF2-40B4-BE49-F238E27FC236}">
                <a16:creationId xmlns:a16="http://schemas.microsoft.com/office/drawing/2014/main" id="{1DE69248-D70E-49AC-AAF5-E9E9F675CD02}"/>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10 / 18</a:t>
            </a:r>
          </a:p>
        </p:txBody>
      </p:sp>
    </p:spTree>
    <p:extLst>
      <p:ext uri="{BB962C8B-B14F-4D97-AF65-F5344CB8AC3E}">
        <p14:creationId xmlns:p14="http://schemas.microsoft.com/office/powerpoint/2010/main" val="151882046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76838ca68d844607">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a4c4c51b1dfc4377">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6B93730E-FC0B-46DF-8A26-AAAE5462AF84}"/>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Demo: the flash burst and replica ceiling</a:t>
            </a:r>
          </a:p>
        </p:txBody>
      </p:sp>
      <p:pic>
        <p:nvPicPr>
          <p:cNvPr id="108" name="Picture 107">
            <a:extLst xmlns:a="http://schemas.openxmlformats.org/drawingml/2006/main">
              <a:ext uri="{FF2B5EF4-FFF2-40B4-BE49-F238E27FC236}">
                <a16:creationId xmlns:a16="http://schemas.microsoft.com/office/drawing/2014/main" id="{D7777B59-0D35-4E93-B72F-A7C5BFAC1403}"/>
              </a:ext>
            </a:extLst>
          </p:cNvPr>
          <p:cNvPicPr>
            <a:picLocks xmlns:a="http://schemas.openxmlformats.org/drawingml/2006/main" noChangeAspect="1"/>
          </p:cNvPicPr>
          <p:nvPr/>
        </p:nvPicPr>
        <p:blipFill>
          <a:blip xmlns:r="http://schemas.openxmlformats.org/officeDocument/2006/relationships" xmlns:a="http://schemas.openxmlformats.org/drawingml/2006/main" r:embed="R7a412fdcff854238"/>
          <a:stretch xmlns:a="http://schemas.openxmlformats.org/drawingml/2006/main"/>
        </p:blipFill>
        <p:spPr>
          <a:xfrm xmlns:a="http://schemas.openxmlformats.org/drawingml/2006/main">
            <a:off x="2238375" y="2050247"/>
            <a:ext cx="10382250" cy="5843606"/>
          </a:xfrm>
          <a:prstGeom xmlns:a="http://schemas.openxmlformats.org/drawingml/2006/main" prst="rect">
            <a:avLst/>
          </a:prstGeom>
        </p:spPr>
      </p:pic>
      <p:sp>
        <p:nvSpPr>
          <p:cNvPr id="109" name="Rectangle 108">
            <a:extLst xmlns:a="http://schemas.openxmlformats.org/drawingml/2006/main">
              <a:ext uri="{FF2B5EF4-FFF2-40B4-BE49-F238E27FC236}">
                <a16:creationId xmlns:a16="http://schemas.microsoft.com/office/drawing/2014/main" id="{D1270F72-029D-4ABD-8C17-7E15AFB82E28}"/>
              </a:ext>
            </a:extLst>
          </p:cNvPr>
          <p:cNvSpPr>
            <a:spLocks xmlns:a="http://schemas.openxmlformats.org/drawingml/2006/main" noGrp="1"/>
          </p:cNvSpPr>
          <p:nvPr/>
        </p:nvSpPr>
        <p:spPr>
          <a:xfrm xmlns:a="http://schemas.openxmlformats.org/drawingml/2006/main">
            <a:off x="12954000" y="2190750"/>
            <a:ext cx="32670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A83033"/>
                </a:solidFill>
                <a:latin typeface="Calibri"/>
                <a:ea typeface="Calibri"/>
                <a:cs typeface="Calibri"/>
              </a:defRPr>
            </a:defPPr>
            <a:lvl1pPr>
              <a:buNone/>
              <a:defRPr sz="2700" b="1">
                <a:solidFill>
                  <a:srgbClr val="A83033"/>
                </a:solidFill>
                <a:latin typeface="Calibri"/>
                <a:ea typeface="Calibri"/>
                <a:cs typeface="Calibri"/>
              </a:defRPr>
            </a:lvl1pPr>
            <a:lvl2pPr>
              <a:buNone/>
              <a:defRPr sz="2700" b="1">
                <a:solidFill>
                  <a:srgbClr val="A83033"/>
                </a:solidFill>
                <a:latin typeface="Calibri"/>
                <a:ea typeface="Calibri"/>
                <a:cs typeface="Calibri"/>
              </a:defRPr>
            </a:lvl2pPr>
            <a:lvl3pPr>
              <a:buNone/>
              <a:defRPr sz="2700" b="1">
                <a:solidFill>
                  <a:srgbClr val="A83033"/>
                </a:solidFill>
                <a:latin typeface="Calibri"/>
                <a:ea typeface="Calibri"/>
                <a:cs typeface="Calibri"/>
              </a:defRPr>
            </a:lvl3pPr>
            <a:lvl4pPr>
              <a:buNone/>
              <a:defRPr sz="2700" b="1">
                <a:solidFill>
                  <a:srgbClr val="A83033"/>
                </a:solidFill>
                <a:latin typeface="Calibri"/>
                <a:ea typeface="Calibri"/>
                <a:cs typeface="Calibri"/>
              </a:defRPr>
            </a:lvl4pPr>
            <a:lvl5pPr>
              <a:buNone/>
              <a:defRPr sz="2700" b="1">
                <a:solidFill>
                  <a:srgbClr val="A83033"/>
                </a:solidFill>
                <a:latin typeface="Calibri"/>
                <a:ea typeface="Calibri"/>
                <a:cs typeface="Calibri"/>
              </a:defRPr>
            </a:lvl5pPr>
            <a:lvl6pPr>
              <a:buNone/>
              <a:defRPr sz="2700" b="1">
                <a:solidFill>
                  <a:srgbClr val="A83033"/>
                </a:solidFill>
                <a:latin typeface="Calibri"/>
                <a:ea typeface="Calibri"/>
                <a:cs typeface="Calibri"/>
              </a:defRPr>
            </a:lvl6pPr>
            <a:lvl7pPr>
              <a:buNone/>
              <a:defRPr sz="2700" b="1">
                <a:solidFill>
                  <a:srgbClr val="A83033"/>
                </a:solidFill>
                <a:latin typeface="Calibri"/>
                <a:ea typeface="Calibri"/>
                <a:cs typeface="Calibri"/>
              </a:defRPr>
            </a:lvl7pPr>
            <a:lvl8pPr>
              <a:buNone/>
              <a:defRPr sz="2700" b="1">
                <a:solidFill>
                  <a:srgbClr val="A83033"/>
                </a:solidFill>
                <a:latin typeface="Calibri"/>
                <a:ea typeface="Calibri"/>
                <a:cs typeface="Calibri"/>
              </a:defRPr>
            </a:lvl8pPr>
            <a:lvl9pPr>
              <a:buNone/>
              <a:defRPr sz="2700" b="1">
                <a:solidFill>
                  <a:srgbClr val="A83033"/>
                </a:solidFill>
                <a:latin typeface="Calibri"/>
                <a:ea typeface="Calibri"/>
                <a:cs typeface="Calibri"/>
              </a:defRPr>
            </a:lvl9pPr>
          </a:lstStyle>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Completed run</a:t>
            </a:r>
          </a:p>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Ceiling: 4 workers</a:t>
            </a:r>
          </a:p>
        </p:txBody>
      </p:sp>
      <p:sp>
        <p:nvSpPr>
          <p:cNvPr id="110" name="Rectangle 109">
            <a:extLst xmlns:a="http://schemas.openxmlformats.org/drawingml/2006/main">
              <a:ext uri="{FF2B5EF4-FFF2-40B4-BE49-F238E27FC236}">
                <a16:creationId xmlns:a16="http://schemas.microsoft.com/office/drawing/2014/main" id="{A999A62A-4761-4974-9D95-93C6C87F4B22}"/>
              </a:ext>
            </a:extLst>
          </p:cNvPr>
          <p:cNvSpPr>
            <a:spLocks xmlns:a="http://schemas.openxmlformats.org/drawingml/2006/main" noGrp="1"/>
          </p:cNvSpPr>
          <p:nvPr/>
        </p:nvSpPr>
        <p:spPr>
          <a:xfrm xmlns:a="http://schemas.openxmlformats.org/drawingml/2006/main">
            <a:off x="12954000" y="3429000"/>
            <a:ext cx="3267075"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333333"/>
                </a:solidFill>
                <a:latin typeface="Calibri"/>
                <a:ea typeface="Calibri"/>
                <a:cs typeface="Calibri"/>
              </a:defRPr>
            </a:defPPr>
            <a:lvl1pPr>
              <a:buNone/>
              <a:defRPr sz="2475" b="0">
                <a:solidFill>
                  <a:srgbClr val="333333"/>
                </a:solidFill>
                <a:latin typeface="Calibri"/>
                <a:ea typeface="Calibri"/>
                <a:cs typeface="Calibri"/>
              </a:defRPr>
            </a:lvl1pPr>
            <a:lvl2pPr>
              <a:buNone/>
              <a:defRPr sz="2475" b="0">
                <a:solidFill>
                  <a:srgbClr val="333333"/>
                </a:solidFill>
                <a:latin typeface="Calibri"/>
                <a:ea typeface="Calibri"/>
                <a:cs typeface="Calibri"/>
              </a:defRPr>
            </a:lvl2pPr>
            <a:lvl3pPr>
              <a:buNone/>
              <a:defRPr sz="2475" b="0">
                <a:solidFill>
                  <a:srgbClr val="333333"/>
                </a:solidFill>
                <a:latin typeface="Calibri"/>
                <a:ea typeface="Calibri"/>
                <a:cs typeface="Calibri"/>
              </a:defRPr>
            </a:lvl3pPr>
            <a:lvl4pPr>
              <a:buNone/>
              <a:defRPr sz="2475" b="0">
                <a:solidFill>
                  <a:srgbClr val="333333"/>
                </a:solidFill>
                <a:latin typeface="Calibri"/>
                <a:ea typeface="Calibri"/>
                <a:cs typeface="Calibri"/>
              </a:defRPr>
            </a:lvl4pPr>
            <a:lvl5pPr>
              <a:buNone/>
              <a:defRPr sz="2475" b="0">
                <a:solidFill>
                  <a:srgbClr val="333333"/>
                </a:solidFill>
                <a:latin typeface="Calibri"/>
                <a:ea typeface="Calibri"/>
                <a:cs typeface="Calibri"/>
              </a:defRPr>
            </a:lvl5pPr>
            <a:lvl6pPr>
              <a:buNone/>
              <a:defRPr sz="2475" b="0">
                <a:solidFill>
                  <a:srgbClr val="333333"/>
                </a:solidFill>
                <a:latin typeface="Calibri"/>
                <a:ea typeface="Calibri"/>
                <a:cs typeface="Calibri"/>
              </a:defRPr>
            </a:lvl6pPr>
            <a:lvl7pPr>
              <a:buNone/>
              <a:defRPr sz="2475" b="0">
                <a:solidFill>
                  <a:srgbClr val="333333"/>
                </a:solidFill>
                <a:latin typeface="Calibri"/>
                <a:ea typeface="Calibri"/>
                <a:cs typeface="Calibri"/>
              </a:defRPr>
            </a:lvl7pPr>
            <a:lvl8pPr>
              <a:buNone/>
              <a:defRPr sz="2475" b="0">
                <a:solidFill>
                  <a:srgbClr val="333333"/>
                </a:solidFill>
                <a:latin typeface="Calibri"/>
                <a:ea typeface="Calibri"/>
                <a:cs typeface="Calibri"/>
              </a:defRPr>
            </a:lvl8pPr>
            <a:lvl9pPr>
              <a:buNone/>
              <a:defRPr sz="2475" b="0">
                <a:solidFill>
                  <a:srgbClr val="333333"/>
                </a:solidFill>
                <a:latin typeface="Calibri"/>
                <a:ea typeface="Calibri"/>
                <a:cs typeface="Calibri"/>
              </a:defRPr>
            </a:lvl9pPr>
          </a:lstStyle>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graph records the burst and recovery.</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deployment never exceeds four workers.</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cards show the final recorded window.</a:t>
            </a:r>
          </a:p>
        </p:txBody>
      </p:sp>
      <p:sp>
        <p:nvSpPr>
          <p:cNvPr id="111" name="">
            <a:extLst xmlns:a="http://schemas.openxmlformats.org/drawingml/2006/main">
              <a:ext uri="{FF2B5EF4-FFF2-40B4-BE49-F238E27FC236}">
                <a16:creationId xmlns:a16="http://schemas.microsoft.com/office/drawing/2014/main" id="{7C42C385-2C36-4C57-974A-7F316D73E7CA}"/>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11 / 18</a:t>
            </a:r>
          </a:p>
        </p:txBody>
      </p:sp>
    </p:spTree>
    <p:extLst>
      <p:ext uri="{BB962C8B-B14F-4D97-AF65-F5344CB8AC3E}">
        <p14:creationId xmlns:p14="http://schemas.microsoft.com/office/powerpoint/2010/main" val="151882046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8930e979e3c840da">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24c5ec01eb20498e">
              <a:alphaModFix/>
            </a:blip>
            <a:stretch>
              <a:fillRect l="0" t="0" r="0" b="0"/>
            </a:stretch>
          </a:blipFill>
          <a:ln xmlns:a="http://schemas.openxmlformats.org/drawingml/2006/main">
            <a:noFill/>
          </a:ln>
        </p:spPr>
      </p:sp>
      <p:sp>
        <p:nvSpPr>
          <p:cNvPr id="107" name="">
            <a:extLst xmlns:a="http://schemas.openxmlformats.org/drawingml/2006/main">
              <a:ext uri="{FF2B5EF4-FFF2-40B4-BE49-F238E27FC236}">
                <a16:creationId xmlns:a16="http://schemas.microsoft.com/office/drawing/2014/main" id="{A41CC98B-AC45-41D3-ACC9-C1FF00F814D5}"/>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defRPr sz="4000" b="0">
                <a:solidFill>
                  <a:srgbClr val="A83033"/>
                </a:solidFill>
                <a:latin typeface="Marcellus"/>
                <a:ea typeface="Marcellus"/>
                <a:cs typeface="Marcellus"/>
              </a:defRPr>
            </a:lvl1pPr>
            <a:lvl2pPr>
              <a:defRPr sz="4000" b="0">
                <a:solidFill>
                  <a:srgbClr val="A83033"/>
                </a:solidFill>
                <a:latin typeface="Marcellus"/>
                <a:ea typeface="Marcellus"/>
                <a:cs typeface="Marcellus"/>
              </a:defRPr>
            </a:lvl2pPr>
            <a:lvl3pPr>
              <a:defRPr sz="4000" b="0">
                <a:solidFill>
                  <a:srgbClr val="A83033"/>
                </a:solidFill>
                <a:latin typeface="Marcellus"/>
                <a:ea typeface="Marcellus"/>
                <a:cs typeface="Marcellus"/>
              </a:defRPr>
            </a:lvl3pPr>
            <a:lvl4pPr>
              <a:defRPr sz="4000" b="0">
                <a:solidFill>
                  <a:srgbClr val="A83033"/>
                </a:solidFill>
                <a:latin typeface="Marcellus"/>
                <a:ea typeface="Marcellus"/>
                <a:cs typeface="Marcellus"/>
              </a:defRPr>
            </a:lvl4pPr>
            <a:lvl5pPr>
              <a:defRPr sz="4000" b="0">
                <a:solidFill>
                  <a:srgbClr val="A83033"/>
                </a:solidFill>
                <a:latin typeface="Marcellus"/>
                <a:ea typeface="Marcellus"/>
                <a:cs typeface="Marcellus"/>
              </a:defRPr>
            </a:lvl5pPr>
            <a:lvl6pPr>
              <a:defRPr sz="4000" b="0">
                <a:solidFill>
                  <a:srgbClr val="A83033"/>
                </a:solidFill>
                <a:latin typeface="Marcellus"/>
                <a:ea typeface="Marcellus"/>
                <a:cs typeface="Marcellus"/>
              </a:defRPr>
            </a:lvl6pPr>
            <a:lvl7pPr>
              <a:defRPr sz="4000" b="0">
                <a:solidFill>
                  <a:srgbClr val="A83033"/>
                </a:solidFill>
                <a:latin typeface="Marcellus"/>
                <a:ea typeface="Marcellus"/>
                <a:cs typeface="Marcellus"/>
              </a:defRPr>
            </a:lvl7pPr>
            <a:lvl8pPr>
              <a:defRPr sz="4000" b="0">
                <a:solidFill>
                  <a:srgbClr val="A83033"/>
                </a:solidFill>
                <a:latin typeface="Marcellus"/>
                <a:ea typeface="Marcellus"/>
                <a:cs typeface="Marcellus"/>
              </a:defRPr>
            </a:lvl8pPr>
            <a:lvl9pPr>
              <a:defRPr sz="4000" b="0">
                <a:solidFill>
                  <a:srgbClr val="A83033"/>
                </a:solidFill>
                <a:latin typeface="Marcellus"/>
                <a:ea typeface="Marcellus"/>
                <a:cs typeface="Marcellus"/>
              </a:defRPr>
            </a:lvl9pPr>
          </a:lstStyle>
          <a:p xmlns:a="http://schemas.openxmlformats.org/drawingml/2006/main">
            <a:pPr>
              <a:defRPr sz="4000" b="0">
                <a:solidFill>
                  <a:srgbClr val="A83033"/>
                </a:solidFill>
                <a:latin typeface="Marcellus"/>
                <a:ea typeface="Marcellus"/>
                <a:cs typeface="Marcellus"/>
              </a:defRPr>
            </a:pPr>
            <a:r>
              <a:rPr sz="4000" b="0">
                <a:solidFill>
                  <a:srgbClr val="A83033"/>
                </a:solidFill>
                <a:latin typeface="Marcellus"/>
                <a:ea typeface="Marcellus"/>
                <a:cs typeface="Marcellus"/>
              </a:rPr>
              <a:t>Measured scaling results</a:t>
            </a:r>
          </a:p>
        </p:txBody>
      </p:sp>
      <p:sp>
        <p:nvSpPr>
          <p:cNvPr id="108" name="">
            <a:extLst xmlns:a="http://schemas.openxmlformats.org/drawingml/2006/main">
              <a:ext uri="{FF2B5EF4-FFF2-40B4-BE49-F238E27FC236}">
                <a16:creationId xmlns:a16="http://schemas.microsoft.com/office/drawing/2014/main" id="{BB1FEA36-B805-4DC7-B0CD-111E6256A768}"/>
              </a:ext>
            </a:extLst>
          </p:cNvPr>
          <p:cNvSpPr>
            <a:spLocks xmlns:a="http://schemas.openxmlformats.org/drawingml/2006/main" noGrp="1"/>
          </p:cNvSpPr>
          <p:nvPr/>
        </p:nvSpPr>
        <p:spPr>
          <a:xfrm xmlns:a="http://schemas.openxmlformats.org/drawingml/2006/main">
            <a:off x="2238375" y="2047875"/>
            <a:ext cx="139827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333333"/>
                </a:solidFill>
                <a:latin typeface="Calibri"/>
                <a:ea typeface="Calibri"/>
                <a:cs typeface="Calibri"/>
              </a:defRPr>
            </a:defPPr>
            <a:lvl1pPr>
              <a:defRPr sz="2700" b="0">
                <a:solidFill>
                  <a:srgbClr val="333333"/>
                </a:solidFill>
                <a:latin typeface="Calibri"/>
                <a:ea typeface="Calibri"/>
                <a:cs typeface="Calibri"/>
              </a:defRPr>
            </a:lvl1pPr>
            <a:lvl2pPr>
              <a:defRPr sz="2700" b="0">
                <a:solidFill>
                  <a:srgbClr val="333333"/>
                </a:solidFill>
                <a:latin typeface="Calibri"/>
                <a:ea typeface="Calibri"/>
                <a:cs typeface="Calibri"/>
              </a:defRPr>
            </a:lvl2pPr>
            <a:lvl3pPr>
              <a:defRPr sz="2700" b="0">
                <a:solidFill>
                  <a:srgbClr val="333333"/>
                </a:solidFill>
                <a:latin typeface="Calibri"/>
                <a:ea typeface="Calibri"/>
                <a:cs typeface="Calibri"/>
              </a:defRPr>
            </a:lvl3pPr>
            <a:lvl4pPr>
              <a:defRPr sz="2700" b="0">
                <a:solidFill>
                  <a:srgbClr val="333333"/>
                </a:solidFill>
                <a:latin typeface="Calibri"/>
                <a:ea typeface="Calibri"/>
                <a:cs typeface="Calibri"/>
              </a:defRPr>
            </a:lvl4pPr>
            <a:lvl5pPr>
              <a:defRPr sz="2700" b="0">
                <a:solidFill>
                  <a:srgbClr val="333333"/>
                </a:solidFill>
                <a:latin typeface="Calibri"/>
                <a:ea typeface="Calibri"/>
                <a:cs typeface="Calibri"/>
              </a:defRPr>
            </a:lvl5pPr>
            <a:lvl6pPr>
              <a:defRPr sz="2700" b="0">
                <a:solidFill>
                  <a:srgbClr val="333333"/>
                </a:solidFill>
                <a:latin typeface="Calibri"/>
                <a:ea typeface="Calibri"/>
                <a:cs typeface="Calibri"/>
              </a:defRPr>
            </a:lvl6pPr>
            <a:lvl7pPr>
              <a:defRPr sz="2700" b="0">
                <a:solidFill>
                  <a:srgbClr val="333333"/>
                </a:solidFill>
                <a:latin typeface="Calibri"/>
                <a:ea typeface="Calibri"/>
                <a:cs typeface="Calibri"/>
              </a:defRPr>
            </a:lvl7pPr>
            <a:lvl8pPr>
              <a:defRPr sz="2700" b="0">
                <a:solidFill>
                  <a:srgbClr val="333333"/>
                </a:solidFill>
                <a:latin typeface="Calibri"/>
                <a:ea typeface="Calibri"/>
                <a:cs typeface="Calibri"/>
              </a:defRPr>
            </a:lvl8pPr>
            <a:lvl9pPr>
              <a:defRPr sz="2700" b="0">
                <a:solidFill>
                  <a:srgbClr val="333333"/>
                </a:solidFill>
                <a:latin typeface="Calibri"/>
                <a:ea typeface="Calibri"/>
                <a:cs typeface="Calibri"/>
              </a:defRPr>
            </a:lvl9pPr>
          </a:lstStyle>
          <a:p xmlns:a="http://schemas.openxmlformats.org/drawingml/2006/main">
            <a:pPr>
              <a:defRPr sz="2700" b="0">
                <a:solidFill>
                  <a:srgbClr val="333333"/>
                </a:solidFill>
                <a:latin typeface="Calibri"/>
                <a:ea typeface="Calibri"/>
                <a:cs typeface="Calibri"/>
              </a:defRPr>
            </a:pPr>
            <a:r>
              <a:rPr sz="2700" b="0">
                <a:solidFill>
                  <a:srgbClr val="333333"/>
                </a:solidFill>
                <a:latin typeface="Calibri"/>
                <a:ea typeface="Calibri"/>
                <a:cs typeface="Calibri"/>
              </a:rPr>
              <a:t>12 matched runs: fixed, reactive and guarded policies across two workloads and two seeds.</a:t>
            </a:r>
          </a:p>
        </p:txBody>
      </p:sp>
      <p:graphicFrame>
        <p:nvGraphicFramePr>
          <p:cNvPr id="109" name="">
            <a:extLst xmlns:a="http://schemas.openxmlformats.org/drawingml/2006/main">
              <a:ext uri="{FF2B5EF4-FFF2-40B4-BE49-F238E27FC236}">
                <a16:creationId xmlns:a16="http://schemas.microsoft.com/office/drawing/2014/main" id="{F2E357CB-ECC9-4CF9-A7F0-642B2F2514C2}"/>
              </a:ext>
            </a:extLst>
          </p:cNvPr>
          <p:cNvGraphicFramePr/>
          <p:nvPr/>
        </p:nvGraphicFramePr>
        <p:xfrm>
          <a:off xmlns:a="http://schemas.openxmlformats.org/drawingml/2006/main" x="2238375" y="3286125"/>
          <a:ext xmlns:a="http://schemas.openxmlformats.org/drawingml/2006/main" cx="13982700" cy="4048125"/>
        </p:xfrm>
        <a:graphic xmlns:a="http://schemas.openxmlformats.org/drawingml/2006/main">
          <a:graphicData uri="http://schemas.openxmlformats.org/drawingml/2006/table">
            <a:tbl>
              <a:tblPr/>
              <a:tblGrid>
                <a:gridCol w="4000500"/>
                <a:gridCol w="3429000"/>
                <a:gridCol w="3143250"/>
                <a:gridCol w="3409950"/>
              </a:tblGrid>
              <a:tr h="578304">
                <a:tc>
                  <a:txBody>
                    <a:bodyPr lIns="114300" tIns="114300" rIns="114300" bIns="114300"/>
                    <a:lstStyle/>
                    <a:p>
                      <a:r>
                        <a:rPr sz="2400" b="1">
                          <a:solidFill>
                            <a:srgbClr val="FFFFFF"/>
                          </a:solidFill>
                          <a:latin typeface="Calibri"/>
                          <a:ea typeface="Calibri"/>
                          <a:cs typeface="Calibri"/>
                        </a:rPr>
                        <a:t>Workload / policy</a:t>
                      </a:r>
                    </a:p>
                  </a:txBody>
                  <a:tcPr marL="91440" marR="91440" marT="45720" marB="45720">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lIns="114300" tIns="114300" rIns="114300" bIns="114300"/>
                    <a:lstStyle/>
                    <a:p>
                      <a:r>
                        <a:rPr sz="2400" b="1">
                          <a:solidFill>
                            <a:srgbClr val="FFFFFF"/>
                          </a:solidFill>
                          <a:latin typeface="Calibri"/>
                          <a:ea typeface="Calibri"/>
                          <a:cs typeface="Calibri"/>
                        </a:rPr>
                        <a:t>Run p95 range, ms</a:t>
                      </a:r>
                    </a:p>
                  </a:txBody>
                  <a:tcPr marL="91440" marR="91440" marT="45720" marB="45720">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lIns="114300" tIns="114300" rIns="114300" bIns="114300"/>
                    <a:lstStyle/>
                    <a:p>
                      <a:r>
                        <a:rPr sz="2400" b="1">
                          <a:solidFill>
                            <a:srgbClr val="FFFFFF"/>
                          </a:solidFill>
                          <a:latin typeface="Calibri"/>
                          <a:ea typeface="Calibri"/>
                          <a:cs typeface="Calibri"/>
                        </a:rPr>
                        <a:t>Mean replica-s</a:t>
                      </a:r>
                    </a:p>
                  </a:txBody>
                  <a:tcPr marL="91440" marR="91440" marT="45720" marB="45720">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lIns="114300" tIns="114300" rIns="114300" bIns="114300"/>
                    <a:lstStyle/>
                    <a:p>
                      <a:r>
                        <a:rPr sz="2400" b="1">
                          <a:solidFill>
                            <a:srgbClr val="FFFFFF"/>
                          </a:solidFill>
                          <a:latin typeface="Calibri"/>
                          <a:ea typeface="Calibri"/>
                          <a:cs typeface="Calibri"/>
                        </a:rPr>
                        <a:t>Violating windows</a:t>
                      </a:r>
                    </a:p>
                  </a:txBody>
                  <a:tcPr marL="91440" marR="91440" marT="45720" marB="45720">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r>
              <a:tr h="578304">
                <a:tc>
                  <a:txBody>
                    <a:bodyPr lIns="114300" tIns="114300" rIns="114300" bIns="114300"/>
                    <a:lstStyle/>
                    <a:p>
                      <a:r>
                        <a:rPr sz="2400" b="0">
                          <a:solidFill>
                            <a:srgbClr val="333333"/>
                          </a:solidFill>
                          <a:latin typeface="Calibri"/>
                          <a:ea typeface="Calibri"/>
                          <a:cs typeface="Calibri"/>
                        </a:rPr>
                        <a:t>flash / fixed</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42.8–43.2</a:t>
                      </a:r>
                    </a:p>
                  </a:txBody>
                  <a:tcPr marL="91440" marR="91440" marT="45720" marB="45720">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720.0</a:t>
                      </a:r>
                    </a:p>
                  </a:txBody>
                  <a:tcPr marL="91440" marR="91440" marT="45720" marB="45720">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0.00%</a:t>
                      </a:r>
                    </a:p>
                  </a:txBody>
                  <a:tcPr marL="91440" marR="91440" marT="45720" marB="45720">
                    <a:lnR w="28575">
                      <a:solidFill>
                        <a:srgbClr val="FFFFFF"/>
                      </a:solidFill>
                      <a:prstDash val="solid"/>
                    </a:lnR>
                    <a:lnB w="28575">
                      <a:solidFill>
                        <a:srgbClr val="FFFFFF"/>
                      </a:solidFill>
                      <a:prstDash val="solid"/>
                    </a:lnB>
                    <a:solidFill>
                      <a:srgbClr val="F8EBEB"/>
                    </a:solidFill>
                  </a:tcPr>
                </a:tc>
              </a:tr>
              <a:tr h="578304">
                <a:tc>
                  <a:txBody>
                    <a:bodyPr lIns="114300" tIns="114300" rIns="114300" bIns="114300"/>
                    <a:lstStyle/>
                    <a:p>
                      <a:r>
                        <a:rPr sz="2400" b="0">
                          <a:solidFill>
                            <a:srgbClr val="333333"/>
                          </a:solidFill>
                          <a:latin typeface="Calibri"/>
                          <a:ea typeface="Calibri"/>
                          <a:cs typeface="Calibri"/>
                        </a:rPr>
                        <a:t>flash / guarded</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44.0–46.9</a:t>
                      </a:r>
                    </a:p>
                  </a:txBody>
                  <a:tcPr marL="91440" marR="91440" marT="45720" marB="45720">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705.3</a:t>
                      </a:r>
                    </a:p>
                  </a:txBody>
                  <a:tcPr marL="91440" marR="91440" marT="45720" marB="45720">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0.00%</a:t>
                      </a:r>
                    </a:p>
                  </a:txBody>
                  <a:tcPr marL="91440" marR="91440" marT="45720" marB="45720">
                    <a:lnR w="28575">
                      <a:solidFill>
                        <a:srgbClr val="FFFFFF"/>
                      </a:solidFill>
                      <a:prstDash val="solid"/>
                    </a:lnR>
                    <a:lnB w="28575">
                      <a:solidFill>
                        <a:srgbClr val="FFFFFF"/>
                      </a:solidFill>
                      <a:prstDash val="solid"/>
                    </a:lnB>
                    <a:solidFill>
                      <a:srgbClr val="FFFFFF"/>
                    </a:solidFill>
                  </a:tcPr>
                </a:tc>
              </a:tr>
              <a:tr h="578304">
                <a:tc>
                  <a:txBody>
                    <a:bodyPr lIns="114300" tIns="114300" rIns="114300" bIns="114300"/>
                    <a:lstStyle/>
                    <a:p>
                      <a:r>
                        <a:rPr sz="2400" b="0">
                          <a:solidFill>
                            <a:srgbClr val="333333"/>
                          </a:solidFill>
                          <a:latin typeface="Calibri"/>
                          <a:ea typeface="Calibri"/>
                          <a:cs typeface="Calibri"/>
                        </a:rPr>
                        <a:t>flash / reactive</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64.1–65.8</a:t>
                      </a:r>
                    </a:p>
                  </a:txBody>
                  <a:tcPr marL="91440" marR="91440" marT="45720" marB="45720">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561.3</a:t>
                      </a:r>
                    </a:p>
                  </a:txBody>
                  <a:tcPr marL="91440" marR="91440" marT="45720" marB="45720">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0.00%</a:t>
                      </a:r>
                    </a:p>
                  </a:txBody>
                  <a:tcPr marL="91440" marR="91440" marT="45720" marB="45720">
                    <a:lnR w="28575">
                      <a:solidFill>
                        <a:srgbClr val="FFFFFF"/>
                      </a:solidFill>
                      <a:prstDash val="solid"/>
                    </a:lnR>
                    <a:lnB w="28575">
                      <a:solidFill>
                        <a:srgbClr val="FFFFFF"/>
                      </a:solidFill>
                      <a:prstDash val="solid"/>
                    </a:lnB>
                    <a:solidFill>
                      <a:srgbClr val="F8EBEB"/>
                    </a:solidFill>
                  </a:tcPr>
                </a:tc>
              </a:tr>
              <a:tr h="578304">
                <a:tc>
                  <a:txBody>
                    <a:bodyPr lIns="114300" tIns="114300" rIns="114300" bIns="114300"/>
                    <a:lstStyle/>
                    <a:p>
                      <a:r>
                        <a:rPr sz="2400" b="0">
                          <a:solidFill>
                            <a:srgbClr val="333333"/>
                          </a:solidFill>
                          <a:latin typeface="Calibri"/>
                          <a:ea typeface="Calibri"/>
                          <a:cs typeface="Calibri"/>
                        </a:rPr>
                        <a:t>periodic / fixed</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34.6–55.3</a:t>
                      </a:r>
                    </a:p>
                  </a:txBody>
                  <a:tcPr marL="91440" marR="91440" marT="45720" marB="45720">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720.0</a:t>
                      </a:r>
                    </a:p>
                  </a:txBody>
                  <a:tcPr marL="91440" marR="91440" marT="45720" marB="45720">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0.00%</a:t>
                      </a:r>
                    </a:p>
                  </a:txBody>
                  <a:tcPr marL="91440" marR="91440" marT="45720" marB="45720">
                    <a:lnR w="28575">
                      <a:solidFill>
                        <a:srgbClr val="FFFFFF"/>
                      </a:solidFill>
                      <a:prstDash val="solid"/>
                    </a:lnR>
                    <a:lnB w="28575">
                      <a:solidFill>
                        <a:srgbClr val="FFFFFF"/>
                      </a:solidFill>
                      <a:prstDash val="solid"/>
                    </a:lnB>
                    <a:solidFill>
                      <a:srgbClr val="FFFFFF"/>
                    </a:solidFill>
                  </a:tcPr>
                </a:tc>
              </a:tr>
              <a:tr h="578304">
                <a:tc>
                  <a:txBody>
                    <a:bodyPr lIns="114300" tIns="114300" rIns="114300" bIns="114300"/>
                    <a:lstStyle/>
                    <a:p>
                      <a:r>
                        <a:rPr sz="2400" b="0">
                          <a:solidFill>
                            <a:srgbClr val="333333"/>
                          </a:solidFill>
                          <a:latin typeface="Calibri"/>
                          <a:ea typeface="Calibri"/>
                          <a:cs typeface="Calibri"/>
                        </a:rPr>
                        <a:t>periodic / guarded</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49.0–56.6</a:t>
                      </a:r>
                    </a:p>
                  </a:txBody>
                  <a:tcPr marL="91440" marR="91440" marT="45720" marB="45720">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643.1</a:t>
                      </a:r>
                    </a:p>
                  </a:txBody>
                  <a:tcPr marL="91440" marR="91440" marT="45720" marB="45720">
                    <a:lnR w="28575">
                      <a:solidFill>
                        <a:srgbClr val="FFFFFF"/>
                      </a:solidFill>
                      <a:prstDash val="solid"/>
                    </a:lnR>
                    <a:lnB w="28575">
                      <a:solidFill>
                        <a:srgbClr val="FFFFFF"/>
                      </a:solidFill>
                      <a:prstDash val="solid"/>
                    </a:lnB>
                    <a:solidFill>
                      <a:srgbClr val="F8EBEB"/>
                    </a:solidFill>
                  </a:tcPr>
                </a:tc>
                <a:tc>
                  <a:txBody>
                    <a:bodyPr lIns="114300" tIns="114300" rIns="114300" bIns="114300"/>
                    <a:lstStyle/>
                    <a:p>
                      <a:r>
                        <a:rPr sz="2400" b="0">
                          <a:solidFill>
                            <a:srgbClr val="333333"/>
                          </a:solidFill>
                          <a:latin typeface="Calibri"/>
                          <a:ea typeface="Calibri"/>
                          <a:cs typeface="Calibri"/>
                        </a:rPr>
                        <a:t>0.00%</a:t>
                      </a:r>
                    </a:p>
                  </a:txBody>
                  <a:tcPr marL="91440" marR="91440" marT="45720" marB="45720">
                    <a:lnR w="28575">
                      <a:solidFill>
                        <a:srgbClr val="FFFFFF"/>
                      </a:solidFill>
                      <a:prstDash val="solid"/>
                    </a:lnR>
                    <a:lnB w="28575">
                      <a:solidFill>
                        <a:srgbClr val="FFFFFF"/>
                      </a:solidFill>
                      <a:prstDash val="solid"/>
                    </a:lnB>
                    <a:solidFill>
                      <a:srgbClr val="F8EBEB"/>
                    </a:solidFill>
                  </a:tcPr>
                </a:tc>
              </a:tr>
              <a:tr h="578304">
                <a:tc>
                  <a:txBody>
                    <a:bodyPr lIns="114300" tIns="114300" rIns="114300" bIns="114300"/>
                    <a:lstStyle/>
                    <a:p>
                      <a:r>
                        <a:rPr sz="2400" b="0">
                          <a:solidFill>
                            <a:srgbClr val="333333"/>
                          </a:solidFill>
                          <a:latin typeface="Calibri"/>
                          <a:ea typeface="Calibri"/>
                          <a:cs typeface="Calibri"/>
                        </a:rPr>
                        <a:t>periodic / reactive</a:t>
                      </a:r>
                    </a:p>
                  </a:txBody>
                  <a:tcPr marL="91440" marR="91440" marT="45720" marB="45720">
                    <a:lnL w="28575">
                      <a:solidFill>
                        <a:srgbClr val="FFFFFF"/>
                      </a:solidFill>
                      <a:prstDash val="solid"/>
                    </a:lnL>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71.5–503.9</a:t>
                      </a:r>
                    </a:p>
                  </a:txBody>
                  <a:tcPr marL="91440" marR="91440" marT="45720" marB="45720">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498.8</a:t>
                      </a:r>
                    </a:p>
                  </a:txBody>
                  <a:tcPr marL="91440" marR="91440" marT="45720" marB="45720">
                    <a:lnR w="28575">
                      <a:solidFill>
                        <a:srgbClr val="FFFFFF"/>
                      </a:solidFill>
                      <a:prstDash val="solid"/>
                    </a:lnR>
                    <a:lnB w="28575">
                      <a:solidFill>
                        <a:srgbClr val="FFFFFF"/>
                      </a:solidFill>
                      <a:prstDash val="solid"/>
                    </a:lnB>
                    <a:solidFill>
                      <a:srgbClr val="FFFFFF"/>
                    </a:solidFill>
                  </a:tcPr>
                </a:tc>
                <a:tc>
                  <a:txBody>
                    <a:bodyPr lIns="114300" tIns="114300" rIns="114300" bIns="114300"/>
                    <a:lstStyle/>
                    <a:p>
                      <a:r>
                        <a:rPr sz="2400" b="0">
                          <a:solidFill>
                            <a:srgbClr val="333333"/>
                          </a:solidFill>
                          <a:latin typeface="Calibri"/>
                          <a:ea typeface="Calibri"/>
                          <a:cs typeface="Calibri"/>
                        </a:rPr>
                        <a:t>5.56%</a:t>
                      </a:r>
                    </a:p>
                  </a:txBody>
                  <a:tcPr marL="91440" marR="91440" marT="45720" marB="45720">
                    <a:lnR w="28575">
                      <a:solidFill>
                        <a:srgbClr val="FFFFFF"/>
                      </a:solidFill>
                      <a:prstDash val="solid"/>
                    </a:lnR>
                    <a:lnB w="28575">
                      <a:solidFill>
                        <a:srgbClr val="FFFFFF"/>
                      </a:solidFill>
                      <a:prstDash val="solid"/>
                    </a:lnB>
                    <a:solidFill>
                      <a:srgbClr val="FFFFFF"/>
                    </a:solidFill>
                  </a:tcPr>
                </a:tc>
              </a:tr>
            </a:tbl>
          </a:graphicData>
        </a:graphic>
      </p:graphicFrame>
      <p:sp>
        <p:nvSpPr>
          <p:cNvPr id="110" name="">
            <a:extLst xmlns:a="http://schemas.openxmlformats.org/drawingml/2006/main">
              <a:ext uri="{FF2B5EF4-FFF2-40B4-BE49-F238E27FC236}">
                <a16:creationId xmlns:a16="http://schemas.microsoft.com/office/drawing/2014/main" id="{AC56FD43-7A27-451F-8AE1-B5D5ECE44703}"/>
              </a:ext>
            </a:extLst>
          </p:cNvPr>
          <p:cNvSpPr>
            <a:spLocks xmlns:a="http://schemas.openxmlformats.org/drawingml/2006/main" noGrp="1"/>
          </p:cNvSpPr>
          <p:nvPr/>
        </p:nvSpPr>
        <p:spPr>
          <a:xfrm xmlns:a="http://schemas.openxmlformats.org/drawingml/2006/main">
            <a:off x="2238375" y="77152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A83033"/>
                </a:solidFill>
                <a:latin typeface="Calibri"/>
                <a:ea typeface="Calibri"/>
                <a:cs typeface="Calibri"/>
              </a:defRPr>
            </a:defPPr>
            <a:lvl1pPr>
              <a:defRPr sz="2625" b="1">
                <a:solidFill>
                  <a:srgbClr val="A83033"/>
                </a:solidFill>
                <a:latin typeface="Calibri"/>
                <a:ea typeface="Calibri"/>
                <a:cs typeface="Calibri"/>
              </a:defRPr>
            </a:lvl1pPr>
            <a:lvl2pPr>
              <a:defRPr sz="2625" b="1">
                <a:solidFill>
                  <a:srgbClr val="A83033"/>
                </a:solidFill>
                <a:latin typeface="Calibri"/>
                <a:ea typeface="Calibri"/>
                <a:cs typeface="Calibri"/>
              </a:defRPr>
            </a:lvl2pPr>
            <a:lvl3pPr>
              <a:defRPr sz="2625" b="1">
                <a:solidFill>
                  <a:srgbClr val="A83033"/>
                </a:solidFill>
                <a:latin typeface="Calibri"/>
                <a:ea typeface="Calibri"/>
                <a:cs typeface="Calibri"/>
              </a:defRPr>
            </a:lvl3pPr>
            <a:lvl4pPr>
              <a:defRPr sz="2625" b="1">
                <a:solidFill>
                  <a:srgbClr val="A83033"/>
                </a:solidFill>
                <a:latin typeface="Calibri"/>
                <a:ea typeface="Calibri"/>
                <a:cs typeface="Calibri"/>
              </a:defRPr>
            </a:lvl4pPr>
            <a:lvl5pPr>
              <a:defRPr sz="2625" b="1">
                <a:solidFill>
                  <a:srgbClr val="A83033"/>
                </a:solidFill>
                <a:latin typeface="Calibri"/>
                <a:ea typeface="Calibri"/>
                <a:cs typeface="Calibri"/>
              </a:defRPr>
            </a:lvl5pPr>
            <a:lvl6pPr>
              <a:defRPr sz="2625" b="1">
                <a:solidFill>
                  <a:srgbClr val="A83033"/>
                </a:solidFill>
                <a:latin typeface="Calibri"/>
                <a:ea typeface="Calibri"/>
                <a:cs typeface="Calibri"/>
              </a:defRPr>
            </a:lvl6pPr>
            <a:lvl7pPr>
              <a:defRPr sz="2625" b="1">
                <a:solidFill>
                  <a:srgbClr val="A83033"/>
                </a:solidFill>
                <a:latin typeface="Calibri"/>
                <a:ea typeface="Calibri"/>
                <a:cs typeface="Calibri"/>
              </a:defRPr>
            </a:lvl7pPr>
            <a:lvl8pPr>
              <a:defRPr sz="2625" b="1">
                <a:solidFill>
                  <a:srgbClr val="A83033"/>
                </a:solidFill>
                <a:latin typeface="Calibri"/>
                <a:ea typeface="Calibri"/>
                <a:cs typeface="Calibri"/>
              </a:defRPr>
            </a:lvl8pPr>
            <a:lvl9pPr>
              <a:defRPr sz="2625" b="1">
                <a:solidFill>
                  <a:srgbClr val="A83033"/>
                </a:solidFill>
                <a:latin typeface="Calibri"/>
                <a:ea typeface="Calibri"/>
                <a:cs typeface="Calibri"/>
              </a:defRPr>
            </a:lvl9pPr>
          </a:lstStyle>
          <a:p xmlns:a="http://schemas.openxmlformats.org/drawingml/2006/main">
            <a:pPr>
              <a:defRPr sz="2625" b="1">
                <a:solidFill>
                  <a:srgbClr val="A83033"/>
                </a:solidFill>
                <a:latin typeface="Calibri"/>
                <a:ea typeface="Calibri"/>
                <a:cs typeface="Calibri"/>
              </a:defRPr>
            </a:pPr>
            <a:r>
              <a:rPr sz="2625" b="1">
                <a:solidFill>
                  <a:srgbClr val="A83033"/>
                </a:solidFill>
                <a:latin typeface="Calibri"/>
                <a:ea typeface="Calibri"/>
                <a:cs typeface="Calibri"/>
              </a:rPr>
              <a:t>Guarded saves 10.7% allocation versus fixed in periodic demand, with zero violating windows in the main suite.</a:t>
            </a:r>
          </a:p>
        </p:txBody>
      </p:sp>
      <p:sp>
        <p:nvSpPr>
          <p:cNvPr id="111" name="">
            <a:extLst xmlns:a="http://schemas.openxmlformats.org/drawingml/2006/main">
              <a:ext uri="{FF2B5EF4-FFF2-40B4-BE49-F238E27FC236}">
                <a16:creationId xmlns:a16="http://schemas.microsoft.com/office/drawing/2014/main" id="{94AD2E29-22B5-4DC4-8F29-EF50F19DE919}"/>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12 / 18</a:t>
            </a:r>
          </a:p>
        </p:txBody>
      </p:sp>
    </p:spTree>
    <p:extLst>
      <p:ext uri="{BB962C8B-B14F-4D97-AF65-F5344CB8AC3E}">
        <p14:creationId xmlns:p14="http://schemas.microsoft.com/office/powerpoint/2010/main" val="151882046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cfd6af19f1c948b3">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176a3c3a242f488a">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5C5459ED-EBCC-4559-8EC4-C6F4628EC6A0}"/>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Utilization, cost and energy</a:t>
            </a:r>
          </a:p>
        </p:txBody>
      </p:sp>
      <p:graphicFrame>
        <p:nvGraphicFramePr>
          <p:cNvPr id="108" name="Table 107">
            <a:extLst xmlns:a="http://schemas.openxmlformats.org/drawingml/2006/main">
              <a:ext uri="{FF2B5EF4-FFF2-40B4-BE49-F238E27FC236}">
                <a16:creationId xmlns:a16="http://schemas.microsoft.com/office/drawing/2014/main" id="{231FB8E3-E155-4D3D-8360-304FA7C389B1}"/>
              </a:ext>
            </a:extLst>
          </p:cNvPr>
          <p:cNvGraphicFramePr/>
          <p:nvPr/>
        </p:nvGraphicFramePr>
        <p:xfrm>
          <a:off xmlns:a="http://schemas.openxmlformats.org/drawingml/2006/main" x="2238375" y="2190750"/>
          <a:ext xmlns:a="http://schemas.openxmlformats.org/drawingml/2006/main" cx="13982700" cy="3143252"/>
        </p:xfrm>
        <a:graphic xmlns:a="http://schemas.openxmlformats.org/drawingml/2006/main">
          <a:graphicData uri="http://schemas.openxmlformats.org/drawingml/2006/table">
            <a:tbl>
              <a:tblPr/>
              <a:tblGrid>
                <a:gridCol w="3714750"/>
                <a:gridCol w="3333750"/>
                <a:gridCol w="3333750"/>
                <a:gridCol w="3600450"/>
              </a:tblGrid>
              <a:tr h="785813">
                <a:tc>
                  <a:txBody>
                    <a:bodyPr/>
                    <a:lstStyle/>
                    <a:p>
                      <a:r>
                        <a:rPr sz="2700" b="1">
                          <a:solidFill>
                            <a:srgbClr val="FFFFFF"/>
                          </a:solidFill>
                          <a:latin typeface="Calibri"/>
                          <a:ea typeface="Calibri"/>
                          <a:cs typeface="Calibri"/>
                        </a:rPr>
                        <a:t>Periodic policy</a:t>
                      </a:r>
                    </a:p>
                  </a:txBody>
                  <a:tcPr marL="91440" marR="91440" marT="45720" marB="45720">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a:lstStyle/>
                    <a:p>
                      <a:r>
                        <a:rPr sz="2700" b="1">
                          <a:solidFill>
                            <a:srgbClr val="FFFFFF"/>
                          </a:solidFill>
                          <a:latin typeface="Calibri"/>
                          <a:ea typeface="Calibri"/>
                          <a:cs typeface="Calibri"/>
                        </a:rPr>
                        <a:t>CPU utilization</a:t>
                      </a:r>
                    </a:p>
                  </a:txBody>
                  <a:tcPr marL="91440" marR="91440" marT="45720" marB="45720">
                    <a:lnL w="28575" cmpd="sng">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a:lstStyle/>
                    <a:p>
                      <a:r>
                        <a:rPr sz="2700" b="1">
                          <a:solidFill>
                            <a:srgbClr val="FFFFFF"/>
                          </a:solidFill>
                          <a:latin typeface="Calibri"/>
                          <a:ea typeface="Calibri"/>
                          <a:cs typeface="Calibri"/>
                        </a:rPr>
                        <a:t>Cost proxy</a:t>
                      </a:r>
                    </a:p>
                  </a:txBody>
                  <a:tcPr marL="91440" marR="91440" marT="45720" marB="45720">
                    <a:lnL w="28575" cmpd="sng">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a:lstStyle/>
                    <a:p>
                      <a:r>
                        <a:rPr sz="2700" b="1">
                          <a:solidFill>
                            <a:srgbClr val="FFFFFF"/>
                          </a:solidFill>
                          <a:latin typeface="Calibri"/>
                          <a:ea typeface="Calibri"/>
                          <a:cs typeface="Calibri"/>
                        </a:rPr>
                        <a:t>Energy proxy</a:t>
                      </a:r>
                    </a:p>
                  </a:txBody>
                  <a:tcPr marL="91440" marR="91440" marT="45720" marB="45720">
                    <a:lnL w="28575" cmpd="sng">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r>
              <a:tr h="785813">
                <a:tc>
                  <a:txBody>
                    <a:bodyPr/>
                    <a:lstStyle/>
                    <a:p>
                      <a:r>
                        <a:rPr sz="2700" b="0">
                          <a:solidFill>
                            <a:srgbClr val="333333"/>
                          </a:solidFill>
                          <a:latin typeface="Calibri"/>
                          <a:ea typeface="Calibri"/>
                          <a:cs typeface="Calibri"/>
                        </a:rPr>
                        <a:t>Fixed</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00" b="0">
                          <a:solidFill>
                            <a:srgbClr val="333333"/>
                          </a:solidFill>
                          <a:latin typeface="Calibri"/>
                          <a:ea typeface="Calibri"/>
                          <a:cs typeface="Calibri"/>
                        </a:rPr>
                        <a:t>22.2%</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00" b="0">
                          <a:solidFill>
                            <a:srgbClr val="333333"/>
                          </a:solidFill>
                          <a:latin typeface="Calibri"/>
                          <a:ea typeface="Calibri"/>
                          <a:cs typeface="Calibri"/>
                        </a:rPr>
                        <a:t>0.00400</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00" b="0">
                          <a:solidFill>
                            <a:srgbClr val="333333"/>
                          </a:solidFill>
                          <a:latin typeface="Calibri"/>
                          <a:ea typeface="Calibri"/>
                          <a:cs typeface="Calibri"/>
                        </a:rPr>
                        <a:t>2.22 Wh</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r>
              <a:tr h="785813">
                <a:tc>
                  <a:txBody>
                    <a:bodyPr/>
                    <a:lstStyle/>
                    <a:p>
                      <a:r>
                        <a:rPr sz="2700" b="0">
                          <a:solidFill>
                            <a:srgbClr val="333333"/>
                          </a:solidFill>
                          <a:latin typeface="Calibri"/>
                          <a:ea typeface="Calibri"/>
                          <a:cs typeface="Calibri"/>
                        </a:rPr>
                        <a:t>Reactive</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c>
                  <a:txBody>
                    <a:bodyPr/>
                    <a:lstStyle/>
                    <a:p>
                      <a:r>
                        <a:rPr sz="2700" b="0">
                          <a:solidFill>
                            <a:srgbClr val="333333"/>
                          </a:solidFill>
                          <a:latin typeface="Calibri"/>
                          <a:ea typeface="Calibri"/>
                          <a:cs typeface="Calibri"/>
                        </a:rPr>
                        <a:t>31.9%</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c>
                  <a:txBody>
                    <a:bodyPr/>
                    <a:lstStyle/>
                    <a:p>
                      <a:r>
                        <a:rPr sz="2700" b="0">
                          <a:solidFill>
                            <a:srgbClr val="333333"/>
                          </a:solidFill>
                          <a:latin typeface="Calibri"/>
                          <a:ea typeface="Calibri"/>
                          <a:cs typeface="Calibri"/>
                        </a:rPr>
                        <a:t>0.00277</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c>
                  <a:txBody>
                    <a:bodyPr/>
                    <a:lstStyle/>
                    <a:p>
                      <a:r>
                        <a:rPr sz="2700" b="0">
                          <a:solidFill>
                            <a:srgbClr val="333333"/>
                          </a:solidFill>
                          <a:latin typeface="Calibri"/>
                          <a:ea typeface="Calibri"/>
                          <a:cs typeface="Calibri"/>
                        </a:rPr>
                        <a:t>1.61 Wh</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r>
              <a:tr h="785813">
                <a:tc>
                  <a:txBody>
                    <a:bodyPr/>
                    <a:lstStyle/>
                    <a:p>
                      <a:r>
                        <a:rPr sz="2700" b="0">
                          <a:solidFill>
                            <a:srgbClr val="333333"/>
                          </a:solidFill>
                          <a:latin typeface="Calibri"/>
                          <a:ea typeface="Calibri"/>
                          <a:cs typeface="Calibri"/>
                        </a:rPr>
                        <a:t>Guarded</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00" b="0">
                          <a:solidFill>
                            <a:srgbClr val="333333"/>
                          </a:solidFill>
                          <a:latin typeface="Calibri"/>
                          <a:ea typeface="Calibri"/>
                          <a:cs typeface="Calibri"/>
                        </a:rPr>
                        <a:t>25.4%</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00" b="0">
                          <a:solidFill>
                            <a:srgbClr val="333333"/>
                          </a:solidFill>
                          <a:latin typeface="Calibri"/>
                          <a:ea typeface="Calibri"/>
                          <a:cs typeface="Calibri"/>
                        </a:rPr>
                        <a:t>0.00357</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00" b="0">
                          <a:solidFill>
                            <a:srgbClr val="333333"/>
                          </a:solidFill>
                          <a:latin typeface="Calibri"/>
                          <a:ea typeface="Calibri"/>
                          <a:cs typeface="Calibri"/>
                        </a:rPr>
                        <a:t>2.01 Wh</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r>
            </a:tbl>
          </a:graphicData>
        </a:graphic>
      </p:graphicFrame>
      <p:sp>
        <p:nvSpPr>
          <p:cNvPr id="109" name="Rectangle 108">
            <a:extLst xmlns:a="http://schemas.openxmlformats.org/drawingml/2006/main">
              <a:ext uri="{FF2B5EF4-FFF2-40B4-BE49-F238E27FC236}">
                <a16:creationId xmlns:a16="http://schemas.microsoft.com/office/drawing/2014/main" id="{8414EC4C-6C80-4908-A5B3-D689F6E93379}"/>
              </a:ext>
            </a:extLst>
          </p:cNvPr>
          <p:cNvSpPr>
            <a:spLocks xmlns:a="http://schemas.openxmlformats.org/drawingml/2006/main" noGrp="1"/>
          </p:cNvSpPr>
          <p:nvPr/>
        </p:nvSpPr>
        <p:spPr>
          <a:xfrm xmlns:a="http://schemas.openxmlformats.org/drawingml/2006/main">
            <a:off x="2238375" y="6000750"/>
            <a:ext cx="139827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333333"/>
                </a:solidFill>
                <a:latin typeface="Calibri"/>
                <a:ea typeface="Calibri"/>
                <a:cs typeface="Calibri"/>
              </a:defRPr>
            </a:defPPr>
            <a:lvl1pPr>
              <a:buNone/>
              <a:defRPr sz="2700" b="0">
                <a:solidFill>
                  <a:srgbClr val="333333"/>
                </a:solidFill>
                <a:latin typeface="Calibri"/>
                <a:ea typeface="Calibri"/>
                <a:cs typeface="Calibri"/>
              </a:defRPr>
            </a:lvl1pPr>
            <a:lvl2pPr>
              <a:buNone/>
              <a:defRPr sz="2700" b="0">
                <a:solidFill>
                  <a:srgbClr val="333333"/>
                </a:solidFill>
                <a:latin typeface="Calibri"/>
                <a:ea typeface="Calibri"/>
                <a:cs typeface="Calibri"/>
              </a:defRPr>
            </a:lvl2pPr>
            <a:lvl3pPr>
              <a:buNone/>
              <a:defRPr sz="2700" b="0">
                <a:solidFill>
                  <a:srgbClr val="333333"/>
                </a:solidFill>
                <a:latin typeface="Calibri"/>
                <a:ea typeface="Calibri"/>
                <a:cs typeface="Calibri"/>
              </a:defRPr>
            </a:lvl3pPr>
            <a:lvl4pPr>
              <a:buNone/>
              <a:defRPr sz="2700" b="0">
                <a:solidFill>
                  <a:srgbClr val="333333"/>
                </a:solidFill>
                <a:latin typeface="Calibri"/>
                <a:ea typeface="Calibri"/>
                <a:cs typeface="Calibri"/>
              </a:defRPr>
            </a:lvl4pPr>
            <a:lvl5pPr>
              <a:buNone/>
              <a:defRPr sz="2700" b="0">
                <a:solidFill>
                  <a:srgbClr val="333333"/>
                </a:solidFill>
                <a:latin typeface="Calibri"/>
                <a:ea typeface="Calibri"/>
                <a:cs typeface="Calibri"/>
              </a:defRPr>
            </a:lvl5pPr>
            <a:lvl6pPr>
              <a:buNone/>
              <a:defRPr sz="2700" b="0">
                <a:solidFill>
                  <a:srgbClr val="333333"/>
                </a:solidFill>
                <a:latin typeface="Calibri"/>
                <a:ea typeface="Calibri"/>
                <a:cs typeface="Calibri"/>
              </a:defRPr>
            </a:lvl6pPr>
            <a:lvl7pPr>
              <a:buNone/>
              <a:defRPr sz="2700" b="0">
                <a:solidFill>
                  <a:srgbClr val="333333"/>
                </a:solidFill>
                <a:latin typeface="Calibri"/>
                <a:ea typeface="Calibri"/>
                <a:cs typeface="Calibri"/>
              </a:defRPr>
            </a:lvl7pPr>
            <a:lvl8pPr>
              <a:buNone/>
              <a:defRPr sz="2700" b="0">
                <a:solidFill>
                  <a:srgbClr val="333333"/>
                </a:solidFill>
                <a:latin typeface="Calibri"/>
                <a:ea typeface="Calibri"/>
                <a:cs typeface="Calibri"/>
              </a:defRPr>
            </a:lvl8pPr>
            <a:lvl9pPr>
              <a:buNone/>
              <a:defRPr sz="2700" b="0">
                <a:solidFill>
                  <a:srgbClr val="333333"/>
                </a:solidFill>
                <a:latin typeface="Calibri"/>
                <a:ea typeface="Calibri"/>
                <a:cs typeface="Calibri"/>
              </a:defRPr>
            </a:lvl9pPr>
          </a:lstStyle>
          <a:p xmlns:a="http://schemas.openxmlformats.org/drawingml/2006/main">
            <a:pPr>
              <a:buNone/>
              <a:defRPr sz="2700" b="0">
                <a:solidFill>
                  <a:srgbClr val="333333"/>
                </a:solidFill>
                <a:latin typeface="Calibri"/>
                <a:ea typeface="Calibri"/>
                <a:cs typeface="Calibri"/>
              </a:defRPr>
            </a:pPr>
            <a:r>
              <a:rPr sz="2700" b="0">
                <a:solidFill>
                  <a:srgbClr val="333333"/>
                </a:solidFill>
                <a:latin typeface="Calibri"/>
                <a:ea typeface="Calibri"/>
                <a:cs typeface="Calibri"/>
              </a:rPr>
              <a:t>Cost = replica-hours × 0.02 illustrative units</a:t>
            </a:r>
          </a:p>
          <a:p xmlns:a="http://schemas.openxmlformats.org/drawingml/2006/main">
            <a:pPr>
              <a:buNone/>
              <a:defRPr sz="2700" b="0">
                <a:solidFill>
                  <a:srgbClr val="333333"/>
                </a:solidFill>
                <a:latin typeface="Calibri"/>
                <a:ea typeface="Calibri"/>
                <a:cs typeface="Calibri"/>
              </a:defRPr>
            </a:pPr>
            <a:r>
              <a:rPr sz="2700" b="0">
                <a:solidFill>
                  <a:srgbClr val="333333"/>
                </a:solidFill>
                <a:latin typeface="Calibri"/>
                <a:ea typeface="Calibri"/>
                <a:cs typeface="Calibri"/>
              </a:rPr>
              <a:t>Power proxy = 10 W per worker + 20 W per measured CPU core</a:t>
            </a:r>
          </a:p>
        </p:txBody>
      </p:sp>
      <p:sp>
        <p:nvSpPr>
          <p:cNvPr id="110" name="Rectangle 109">
            <a:extLst xmlns:a="http://schemas.openxmlformats.org/drawingml/2006/main">
              <a:ext uri="{FF2B5EF4-FFF2-40B4-BE49-F238E27FC236}">
                <a16:creationId xmlns:a16="http://schemas.microsoft.com/office/drawing/2014/main" id="{91D798F3-9576-45FD-ACA4-4789D525159E}"/>
              </a:ext>
            </a:extLst>
          </p:cNvPr>
          <p:cNvSpPr>
            <a:spLocks xmlns:a="http://schemas.openxmlformats.org/drawingml/2006/main" noGrp="1"/>
          </p:cNvSpPr>
          <p:nvPr/>
        </p:nvSpPr>
        <p:spPr>
          <a:xfrm xmlns:a="http://schemas.openxmlformats.org/drawingml/2006/main">
            <a:off x="2238375" y="7524750"/>
            <a:ext cx="13982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A83033"/>
                </a:solidFill>
                <a:latin typeface="Calibri"/>
                <a:ea typeface="Calibri"/>
                <a:cs typeface="Calibri"/>
              </a:defRPr>
            </a:defPPr>
            <a:lvl1pPr>
              <a:buNone/>
              <a:defRPr sz="2400" b="0">
                <a:solidFill>
                  <a:srgbClr val="A83033"/>
                </a:solidFill>
                <a:latin typeface="Calibri"/>
                <a:ea typeface="Calibri"/>
                <a:cs typeface="Calibri"/>
              </a:defRPr>
            </a:lvl1pPr>
            <a:lvl2pPr>
              <a:buNone/>
              <a:defRPr sz="2400" b="0">
                <a:solidFill>
                  <a:srgbClr val="A83033"/>
                </a:solidFill>
                <a:latin typeface="Calibri"/>
                <a:ea typeface="Calibri"/>
                <a:cs typeface="Calibri"/>
              </a:defRPr>
            </a:lvl2pPr>
            <a:lvl3pPr>
              <a:buNone/>
              <a:defRPr sz="2400" b="0">
                <a:solidFill>
                  <a:srgbClr val="A83033"/>
                </a:solidFill>
                <a:latin typeface="Calibri"/>
                <a:ea typeface="Calibri"/>
                <a:cs typeface="Calibri"/>
              </a:defRPr>
            </a:lvl3pPr>
            <a:lvl4pPr>
              <a:buNone/>
              <a:defRPr sz="2400" b="0">
                <a:solidFill>
                  <a:srgbClr val="A83033"/>
                </a:solidFill>
                <a:latin typeface="Calibri"/>
                <a:ea typeface="Calibri"/>
                <a:cs typeface="Calibri"/>
              </a:defRPr>
            </a:lvl4pPr>
            <a:lvl5pPr>
              <a:buNone/>
              <a:defRPr sz="2400" b="0">
                <a:solidFill>
                  <a:srgbClr val="A83033"/>
                </a:solidFill>
                <a:latin typeface="Calibri"/>
                <a:ea typeface="Calibri"/>
                <a:cs typeface="Calibri"/>
              </a:defRPr>
            </a:lvl5pPr>
            <a:lvl6pPr>
              <a:buNone/>
              <a:defRPr sz="2400" b="0">
                <a:solidFill>
                  <a:srgbClr val="A83033"/>
                </a:solidFill>
                <a:latin typeface="Calibri"/>
                <a:ea typeface="Calibri"/>
                <a:cs typeface="Calibri"/>
              </a:defRPr>
            </a:lvl6pPr>
            <a:lvl7pPr>
              <a:buNone/>
              <a:defRPr sz="2400" b="0">
                <a:solidFill>
                  <a:srgbClr val="A83033"/>
                </a:solidFill>
                <a:latin typeface="Calibri"/>
                <a:ea typeface="Calibri"/>
                <a:cs typeface="Calibri"/>
              </a:defRPr>
            </a:lvl7pPr>
            <a:lvl8pPr>
              <a:buNone/>
              <a:defRPr sz="2400" b="0">
                <a:solidFill>
                  <a:srgbClr val="A83033"/>
                </a:solidFill>
                <a:latin typeface="Calibri"/>
                <a:ea typeface="Calibri"/>
                <a:cs typeface="Calibri"/>
              </a:defRPr>
            </a:lvl8pPr>
            <a:lvl9pPr>
              <a:buNone/>
              <a:defRPr sz="2400" b="0">
                <a:solidFill>
                  <a:srgbClr val="A83033"/>
                </a:solidFill>
                <a:latin typeface="Calibri"/>
                <a:ea typeface="Calibri"/>
                <a:cs typeface="Calibri"/>
              </a:defRPr>
            </a:lvl9pPr>
          </a:lstStyle>
          <a:p xmlns:a="http://schemas.openxmlformats.org/drawingml/2006/main">
            <a:pPr>
              <a:buNone/>
              <a:defRPr sz="2400" b="0">
                <a:solidFill>
                  <a:srgbClr val="A83033"/>
                </a:solidFill>
                <a:latin typeface="Calibri"/>
                <a:ea typeface="Calibri"/>
                <a:cs typeface="Calibri"/>
              </a:defRPr>
            </a:pPr>
            <a:r>
              <a:rPr sz="2400" b="0">
                <a:solidFill>
                  <a:srgbClr val="A83033"/>
                </a:solidFill>
                <a:latin typeface="Calibri"/>
                <a:ea typeface="Calibri"/>
                <a:cs typeface="Calibri"/>
              </a:rPr>
              <a:t>CPU utilization is measured. Cost is illustrative. Energy integrates the assumed power over time.</a:t>
            </a:r>
          </a:p>
        </p:txBody>
      </p:sp>
      <p:sp>
        <p:nvSpPr>
          <p:cNvPr id="111" name="">
            <a:extLst xmlns:a="http://schemas.openxmlformats.org/drawingml/2006/main">
              <a:ext uri="{FF2B5EF4-FFF2-40B4-BE49-F238E27FC236}">
                <a16:creationId xmlns:a16="http://schemas.microsoft.com/office/drawing/2014/main" id="{17DCA90A-5A89-4D33-8710-86BDF85A5B09}"/>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13 / 18</a:t>
            </a:r>
          </a:p>
        </p:txBody>
      </p:sp>
    </p:spTree>
    <p:extLst>
      <p:ext uri="{BB962C8B-B14F-4D97-AF65-F5344CB8AC3E}">
        <p14:creationId xmlns:p14="http://schemas.microsoft.com/office/powerpoint/2010/main" val="151882046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f133422c54064606">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b176cfac810c47a6">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3E903A84-9025-457D-B247-1ADAA714129E}"/>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Fault test: plain prediction under zero forecasts</a:t>
            </a:r>
          </a:p>
        </p:txBody>
      </p:sp>
      <p:pic>
        <p:nvPicPr>
          <p:cNvPr id="108" name="Picture 107">
            <a:extLst xmlns:a="http://schemas.openxmlformats.org/drawingml/2006/main">
              <a:ext uri="{FF2B5EF4-FFF2-40B4-BE49-F238E27FC236}">
                <a16:creationId xmlns:a16="http://schemas.microsoft.com/office/drawing/2014/main" id="{4232F6C7-5339-48D9-8AA1-FE375F06D5DA}"/>
              </a:ext>
            </a:extLst>
          </p:cNvPr>
          <p:cNvPicPr>
            <a:picLocks xmlns:a="http://schemas.openxmlformats.org/drawingml/2006/main" noChangeAspect="1"/>
          </p:cNvPicPr>
          <p:nvPr/>
        </p:nvPicPr>
        <p:blipFill>
          <a:blip xmlns:r="http://schemas.openxmlformats.org/officeDocument/2006/relationships" xmlns:a="http://schemas.openxmlformats.org/drawingml/2006/main" r:embed="Rf3e8d07c58dc494d"/>
          <a:stretch xmlns:a="http://schemas.openxmlformats.org/drawingml/2006/main"/>
        </p:blipFill>
        <p:spPr>
          <a:xfrm xmlns:a="http://schemas.openxmlformats.org/drawingml/2006/main">
            <a:off x="2238375" y="2050247"/>
            <a:ext cx="10382250" cy="5843606"/>
          </a:xfrm>
          <a:prstGeom xmlns:a="http://schemas.openxmlformats.org/drawingml/2006/main" prst="rect">
            <a:avLst/>
          </a:prstGeom>
        </p:spPr>
      </p:pic>
      <p:sp>
        <p:nvSpPr>
          <p:cNvPr id="109" name="Rectangle 108">
            <a:extLst xmlns:a="http://schemas.openxmlformats.org/drawingml/2006/main">
              <a:ext uri="{FF2B5EF4-FFF2-40B4-BE49-F238E27FC236}">
                <a16:creationId xmlns:a16="http://schemas.microsoft.com/office/drawing/2014/main" id="{E40A9792-AB54-4139-A71C-A3AAAC9EAAE4}"/>
              </a:ext>
            </a:extLst>
          </p:cNvPr>
          <p:cNvSpPr>
            <a:spLocks xmlns:a="http://schemas.openxmlformats.org/drawingml/2006/main" noGrp="1"/>
          </p:cNvSpPr>
          <p:nvPr/>
        </p:nvSpPr>
        <p:spPr>
          <a:xfrm xmlns:a="http://schemas.openxmlformats.org/drawingml/2006/main">
            <a:off x="12954000" y="2190750"/>
            <a:ext cx="32670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A83033"/>
                </a:solidFill>
                <a:latin typeface="Calibri"/>
                <a:ea typeface="Calibri"/>
                <a:cs typeface="Calibri"/>
              </a:defRPr>
            </a:defPPr>
            <a:lvl1pPr>
              <a:buNone/>
              <a:defRPr sz="2700" b="1">
                <a:solidFill>
                  <a:srgbClr val="A83033"/>
                </a:solidFill>
                <a:latin typeface="Calibri"/>
                <a:ea typeface="Calibri"/>
                <a:cs typeface="Calibri"/>
              </a:defRPr>
            </a:lvl1pPr>
            <a:lvl2pPr>
              <a:buNone/>
              <a:defRPr sz="2700" b="1">
                <a:solidFill>
                  <a:srgbClr val="A83033"/>
                </a:solidFill>
                <a:latin typeface="Calibri"/>
                <a:ea typeface="Calibri"/>
                <a:cs typeface="Calibri"/>
              </a:defRPr>
            </a:lvl2pPr>
            <a:lvl3pPr>
              <a:buNone/>
              <a:defRPr sz="2700" b="1">
                <a:solidFill>
                  <a:srgbClr val="A83033"/>
                </a:solidFill>
                <a:latin typeface="Calibri"/>
                <a:ea typeface="Calibri"/>
                <a:cs typeface="Calibri"/>
              </a:defRPr>
            </a:lvl3pPr>
            <a:lvl4pPr>
              <a:buNone/>
              <a:defRPr sz="2700" b="1">
                <a:solidFill>
                  <a:srgbClr val="A83033"/>
                </a:solidFill>
                <a:latin typeface="Calibri"/>
                <a:ea typeface="Calibri"/>
                <a:cs typeface="Calibri"/>
              </a:defRPr>
            </a:lvl4pPr>
            <a:lvl5pPr>
              <a:buNone/>
              <a:defRPr sz="2700" b="1">
                <a:solidFill>
                  <a:srgbClr val="A83033"/>
                </a:solidFill>
                <a:latin typeface="Calibri"/>
                <a:ea typeface="Calibri"/>
                <a:cs typeface="Calibri"/>
              </a:defRPr>
            </a:lvl5pPr>
            <a:lvl6pPr>
              <a:buNone/>
              <a:defRPr sz="2700" b="1">
                <a:solidFill>
                  <a:srgbClr val="A83033"/>
                </a:solidFill>
                <a:latin typeface="Calibri"/>
                <a:ea typeface="Calibri"/>
                <a:cs typeface="Calibri"/>
              </a:defRPr>
            </a:lvl6pPr>
            <a:lvl7pPr>
              <a:buNone/>
              <a:defRPr sz="2700" b="1">
                <a:solidFill>
                  <a:srgbClr val="A83033"/>
                </a:solidFill>
                <a:latin typeface="Calibri"/>
                <a:ea typeface="Calibri"/>
                <a:cs typeface="Calibri"/>
              </a:defRPr>
            </a:lvl7pPr>
            <a:lvl8pPr>
              <a:buNone/>
              <a:defRPr sz="2700" b="1">
                <a:solidFill>
                  <a:srgbClr val="A83033"/>
                </a:solidFill>
                <a:latin typeface="Calibri"/>
                <a:ea typeface="Calibri"/>
                <a:cs typeface="Calibri"/>
              </a:defRPr>
            </a:lvl8pPr>
            <a:lvl9pPr>
              <a:buNone/>
              <a:defRPr sz="2700" b="1">
                <a:solidFill>
                  <a:srgbClr val="A83033"/>
                </a:solidFill>
                <a:latin typeface="Calibri"/>
                <a:ea typeface="Calibri"/>
                <a:cs typeface="Calibri"/>
              </a:defRPr>
            </a:lvl9pPr>
          </a:lstStyle>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13.35% failures</a:t>
            </a:r>
          </a:p>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1,547.7 ms run p95</a:t>
            </a:r>
          </a:p>
        </p:txBody>
      </p:sp>
      <p:sp>
        <p:nvSpPr>
          <p:cNvPr id="110" name="Rectangle 109">
            <a:extLst xmlns:a="http://schemas.openxmlformats.org/drawingml/2006/main">
              <a:ext uri="{FF2B5EF4-FFF2-40B4-BE49-F238E27FC236}">
                <a16:creationId xmlns:a16="http://schemas.microsoft.com/office/drawing/2014/main" id="{0DDFFF39-8687-4CE8-8C1A-03E514B7958C}"/>
              </a:ext>
            </a:extLst>
          </p:cNvPr>
          <p:cNvSpPr>
            <a:spLocks xmlns:a="http://schemas.openxmlformats.org/drawingml/2006/main" noGrp="1"/>
          </p:cNvSpPr>
          <p:nvPr/>
        </p:nvSpPr>
        <p:spPr>
          <a:xfrm xmlns:a="http://schemas.openxmlformats.org/drawingml/2006/main">
            <a:off x="12954000" y="3429000"/>
            <a:ext cx="3267075"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333333"/>
                </a:solidFill>
                <a:latin typeface="Calibri"/>
                <a:ea typeface="Calibri"/>
                <a:cs typeface="Calibri"/>
              </a:defRPr>
            </a:defPPr>
            <a:lvl1pPr>
              <a:buNone/>
              <a:defRPr sz="2475" b="0">
                <a:solidFill>
                  <a:srgbClr val="333333"/>
                </a:solidFill>
                <a:latin typeface="Calibri"/>
                <a:ea typeface="Calibri"/>
                <a:cs typeface="Calibri"/>
              </a:defRPr>
            </a:lvl1pPr>
            <a:lvl2pPr>
              <a:buNone/>
              <a:defRPr sz="2475" b="0">
                <a:solidFill>
                  <a:srgbClr val="333333"/>
                </a:solidFill>
                <a:latin typeface="Calibri"/>
                <a:ea typeface="Calibri"/>
                <a:cs typeface="Calibri"/>
              </a:defRPr>
            </a:lvl2pPr>
            <a:lvl3pPr>
              <a:buNone/>
              <a:defRPr sz="2475" b="0">
                <a:solidFill>
                  <a:srgbClr val="333333"/>
                </a:solidFill>
                <a:latin typeface="Calibri"/>
                <a:ea typeface="Calibri"/>
                <a:cs typeface="Calibri"/>
              </a:defRPr>
            </a:lvl3pPr>
            <a:lvl4pPr>
              <a:buNone/>
              <a:defRPr sz="2475" b="0">
                <a:solidFill>
                  <a:srgbClr val="333333"/>
                </a:solidFill>
                <a:latin typeface="Calibri"/>
                <a:ea typeface="Calibri"/>
                <a:cs typeface="Calibri"/>
              </a:defRPr>
            </a:lvl4pPr>
            <a:lvl5pPr>
              <a:buNone/>
              <a:defRPr sz="2475" b="0">
                <a:solidFill>
                  <a:srgbClr val="333333"/>
                </a:solidFill>
                <a:latin typeface="Calibri"/>
                <a:ea typeface="Calibri"/>
                <a:cs typeface="Calibri"/>
              </a:defRPr>
            </a:lvl5pPr>
            <a:lvl6pPr>
              <a:buNone/>
              <a:defRPr sz="2475" b="0">
                <a:solidFill>
                  <a:srgbClr val="333333"/>
                </a:solidFill>
                <a:latin typeface="Calibri"/>
                <a:ea typeface="Calibri"/>
                <a:cs typeface="Calibri"/>
              </a:defRPr>
            </a:lvl6pPr>
            <a:lvl7pPr>
              <a:buNone/>
              <a:defRPr sz="2475" b="0">
                <a:solidFill>
                  <a:srgbClr val="333333"/>
                </a:solidFill>
                <a:latin typeface="Calibri"/>
                <a:ea typeface="Calibri"/>
                <a:cs typeface="Calibri"/>
              </a:defRPr>
            </a:lvl7pPr>
            <a:lvl8pPr>
              <a:buNone/>
              <a:defRPr sz="2475" b="0">
                <a:solidFill>
                  <a:srgbClr val="333333"/>
                </a:solidFill>
                <a:latin typeface="Calibri"/>
                <a:ea typeface="Calibri"/>
                <a:cs typeface="Calibri"/>
              </a:defRPr>
            </a:lvl8pPr>
            <a:lvl9pPr>
              <a:buNone/>
              <a:defRPr sz="2475" b="0">
                <a:solidFill>
                  <a:srgbClr val="333333"/>
                </a:solidFill>
                <a:latin typeface="Calibri"/>
                <a:ea typeface="Calibri"/>
                <a:cs typeface="Calibri"/>
              </a:defRPr>
            </a:lvl9pPr>
          </a:lstStyle>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predictor deliberately returns zero.</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Plain prediction removes capacity despite rising demand.</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The screenshot shows one overloaded window.</a:t>
            </a:r>
          </a:p>
        </p:txBody>
      </p:sp>
      <p:sp>
        <p:nvSpPr>
          <p:cNvPr id="111" name="">
            <a:extLst xmlns:a="http://schemas.openxmlformats.org/drawingml/2006/main">
              <a:ext uri="{FF2B5EF4-FFF2-40B4-BE49-F238E27FC236}">
                <a16:creationId xmlns:a16="http://schemas.microsoft.com/office/drawing/2014/main" id="{CFE084EE-A472-45F1-BDA5-0C7ACC5857E6}"/>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14 / 18</a:t>
            </a:r>
          </a:p>
        </p:txBody>
      </p:sp>
    </p:spTree>
    <p:extLst>
      <p:ext uri="{BB962C8B-B14F-4D97-AF65-F5344CB8AC3E}">
        <p14:creationId xmlns:p14="http://schemas.microsoft.com/office/powerpoint/2010/main" val="151882046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071904c3dcd740b3">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5b964e5fa5544bfd">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E6ADCB40-6DEE-4187-8812-B4DE85576717}"/>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Fault test: recovery despite a zero forecast</a:t>
            </a:r>
          </a:p>
        </p:txBody>
      </p:sp>
      <p:pic>
        <p:nvPicPr>
          <p:cNvPr id="108" name="Picture 107">
            <a:extLst xmlns:a="http://schemas.openxmlformats.org/drawingml/2006/main">
              <a:ext uri="{FF2B5EF4-FFF2-40B4-BE49-F238E27FC236}">
                <a16:creationId xmlns:a16="http://schemas.microsoft.com/office/drawing/2014/main" id="{E3B878BA-59CA-471B-9860-D4E743814D8C}"/>
              </a:ext>
            </a:extLst>
          </p:cNvPr>
          <p:cNvPicPr>
            <a:picLocks xmlns:a="http://schemas.openxmlformats.org/drawingml/2006/main" noChangeAspect="1"/>
          </p:cNvPicPr>
          <p:nvPr/>
        </p:nvPicPr>
        <p:blipFill>
          <a:blip xmlns:r="http://schemas.openxmlformats.org/officeDocument/2006/relationships" xmlns:a="http://schemas.openxmlformats.org/drawingml/2006/main" r:embed="R428deadd4cce4f0a"/>
          <a:stretch xmlns:a="http://schemas.openxmlformats.org/drawingml/2006/main"/>
        </p:blipFill>
        <p:spPr>
          <a:xfrm xmlns:a="http://schemas.openxmlformats.org/drawingml/2006/main">
            <a:off x="2238375" y="2050247"/>
            <a:ext cx="10382250" cy="5843606"/>
          </a:xfrm>
          <a:prstGeom xmlns:a="http://schemas.openxmlformats.org/drawingml/2006/main" prst="rect">
            <a:avLst/>
          </a:prstGeom>
        </p:spPr>
      </p:pic>
      <p:sp>
        <p:nvSpPr>
          <p:cNvPr id="109" name="Rectangle 108">
            <a:extLst xmlns:a="http://schemas.openxmlformats.org/drawingml/2006/main">
              <a:ext uri="{FF2B5EF4-FFF2-40B4-BE49-F238E27FC236}">
                <a16:creationId xmlns:a16="http://schemas.microsoft.com/office/drawing/2014/main" id="{82E18F63-1BBE-4486-87B7-0E4227C886B1}"/>
              </a:ext>
            </a:extLst>
          </p:cNvPr>
          <p:cNvSpPr>
            <a:spLocks xmlns:a="http://schemas.openxmlformats.org/drawingml/2006/main" noGrp="1"/>
          </p:cNvSpPr>
          <p:nvPr/>
        </p:nvSpPr>
        <p:spPr>
          <a:xfrm xmlns:a="http://schemas.openxmlformats.org/drawingml/2006/main">
            <a:off x="12954000" y="2190750"/>
            <a:ext cx="32670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A83033"/>
                </a:solidFill>
                <a:latin typeface="Calibri"/>
                <a:ea typeface="Calibri"/>
                <a:cs typeface="Calibri"/>
              </a:defRPr>
            </a:defPPr>
            <a:lvl1pPr>
              <a:buNone/>
              <a:defRPr sz="2700" b="1">
                <a:solidFill>
                  <a:srgbClr val="A83033"/>
                </a:solidFill>
                <a:latin typeface="Calibri"/>
                <a:ea typeface="Calibri"/>
                <a:cs typeface="Calibri"/>
              </a:defRPr>
            </a:lvl1pPr>
            <a:lvl2pPr>
              <a:buNone/>
              <a:defRPr sz="2700" b="1">
                <a:solidFill>
                  <a:srgbClr val="A83033"/>
                </a:solidFill>
                <a:latin typeface="Calibri"/>
                <a:ea typeface="Calibri"/>
                <a:cs typeface="Calibri"/>
              </a:defRPr>
            </a:lvl2pPr>
            <a:lvl3pPr>
              <a:buNone/>
              <a:defRPr sz="2700" b="1">
                <a:solidFill>
                  <a:srgbClr val="A83033"/>
                </a:solidFill>
                <a:latin typeface="Calibri"/>
                <a:ea typeface="Calibri"/>
                <a:cs typeface="Calibri"/>
              </a:defRPr>
            </a:lvl3pPr>
            <a:lvl4pPr>
              <a:buNone/>
              <a:defRPr sz="2700" b="1">
                <a:solidFill>
                  <a:srgbClr val="A83033"/>
                </a:solidFill>
                <a:latin typeface="Calibri"/>
                <a:ea typeface="Calibri"/>
                <a:cs typeface="Calibri"/>
              </a:defRPr>
            </a:lvl4pPr>
            <a:lvl5pPr>
              <a:buNone/>
              <a:defRPr sz="2700" b="1">
                <a:solidFill>
                  <a:srgbClr val="A83033"/>
                </a:solidFill>
                <a:latin typeface="Calibri"/>
                <a:ea typeface="Calibri"/>
                <a:cs typeface="Calibri"/>
              </a:defRPr>
            </a:lvl5pPr>
            <a:lvl6pPr>
              <a:buNone/>
              <a:defRPr sz="2700" b="1">
                <a:solidFill>
                  <a:srgbClr val="A83033"/>
                </a:solidFill>
                <a:latin typeface="Calibri"/>
                <a:ea typeface="Calibri"/>
                <a:cs typeface="Calibri"/>
              </a:defRPr>
            </a:lvl6pPr>
            <a:lvl7pPr>
              <a:buNone/>
              <a:defRPr sz="2700" b="1">
                <a:solidFill>
                  <a:srgbClr val="A83033"/>
                </a:solidFill>
                <a:latin typeface="Calibri"/>
                <a:ea typeface="Calibri"/>
                <a:cs typeface="Calibri"/>
              </a:defRPr>
            </a:lvl7pPr>
            <a:lvl8pPr>
              <a:buNone/>
              <a:defRPr sz="2700" b="1">
                <a:solidFill>
                  <a:srgbClr val="A83033"/>
                </a:solidFill>
                <a:latin typeface="Calibri"/>
                <a:ea typeface="Calibri"/>
                <a:cs typeface="Calibri"/>
              </a:defRPr>
            </a:lvl8pPr>
            <a:lvl9pPr>
              <a:buNone/>
              <a:defRPr sz="2700" b="1">
                <a:solidFill>
                  <a:srgbClr val="A83033"/>
                </a:solidFill>
                <a:latin typeface="Calibri"/>
                <a:ea typeface="Calibri"/>
                <a:cs typeface="Calibri"/>
              </a:defRPr>
            </a:lvl9pPr>
          </a:lstStyle>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0% failures</a:t>
            </a:r>
          </a:p>
          <a:p xmlns:a="http://schemas.openxmlformats.org/drawingml/2006/main">
            <a:pPr>
              <a:buNone/>
              <a:defRPr sz="2700" b="1">
                <a:solidFill>
                  <a:srgbClr val="A83033"/>
                </a:solidFill>
                <a:latin typeface="Calibri"/>
                <a:ea typeface="Calibri"/>
                <a:cs typeface="Calibri"/>
              </a:defRPr>
            </a:pPr>
            <a:r>
              <a:rPr sz="2700" b="1">
                <a:solidFill>
                  <a:srgbClr val="A83033"/>
                </a:solidFill>
                <a:latin typeface="Calibri"/>
                <a:ea typeface="Calibri"/>
                <a:cs typeface="Calibri"/>
              </a:rPr>
              <a:t>215.1 ms run p95</a:t>
            </a:r>
          </a:p>
        </p:txBody>
      </p:sp>
      <p:sp>
        <p:nvSpPr>
          <p:cNvPr id="110" name="Rectangle 109">
            <a:extLst xmlns:a="http://schemas.openxmlformats.org/drawingml/2006/main">
              <a:ext uri="{FF2B5EF4-FFF2-40B4-BE49-F238E27FC236}">
                <a16:creationId xmlns:a16="http://schemas.microsoft.com/office/drawing/2014/main" id="{F6D54A83-0EDC-40CF-B927-731168F68573}"/>
              </a:ext>
            </a:extLst>
          </p:cNvPr>
          <p:cNvSpPr>
            <a:spLocks xmlns:a="http://schemas.openxmlformats.org/drawingml/2006/main" noGrp="1"/>
          </p:cNvSpPr>
          <p:nvPr/>
        </p:nvSpPr>
        <p:spPr>
          <a:xfrm xmlns:a="http://schemas.openxmlformats.org/drawingml/2006/main">
            <a:off x="12954000" y="3429000"/>
            <a:ext cx="3267075"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333333"/>
                </a:solidFill>
                <a:latin typeface="Calibri"/>
                <a:ea typeface="Calibri"/>
                <a:cs typeface="Calibri"/>
              </a:defRPr>
            </a:defPPr>
            <a:lvl1pPr>
              <a:buNone/>
              <a:defRPr sz="2475" b="0">
                <a:solidFill>
                  <a:srgbClr val="333333"/>
                </a:solidFill>
                <a:latin typeface="Calibri"/>
                <a:ea typeface="Calibri"/>
                <a:cs typeface="Calibri"/>
              </a:defRPr>
            </a:lvl1pPr>
            <a:lvl2pPr>
              <a:buNone/>
              <a:defRPr sz="2475" b="0">
                <a:solidFill>
                  <a:srgbClr val="333333"/>
                </a:solidFill>
                <a:latin typeface="Calibri"/>
                <a:ea typeface="Calibri"/>
                <a:cs typeface="Calibri"/>
              </a:defRPr>
            </a:lvl2pPr>
            <a:lvl3pPr>
              <a:buNone/>
              <a:defRPr sz="2475" b="0">
                <a:solidFill>
                  <a:srgbClr val="333333"/>
                </a:solidFill>
                <a:latin typeface="Calibri"/>
                <a:ea typeface="Calibri"/>
                <a:cs typeface="Calibri"/>
              </a:defRPr>
            </a:lvl3pPr>
            <a:lvl4pPr>
              <a:buNone/>
              <a:defRPr sz="2475" b="0">
                <a:solidFill>
                  <a:srgbClr val="333333"/>
                </a:solidFill>
                <a:latin typeface="Calibri"/>
                <a:ea typeface="Calibri"/>
                <a:cs typeface="Calibri"/>
              </a:defRPr>
            </a:lvl4pPr>
            <a:lvl5pPr>
              <a:buNone/>
              <a:defRPr sz="2475" b="0">
                <a:solidFill>
                  <a:srgbClr val="333333"/>
                </a:solidFill>
                <a:latin typeface="Calibri"/>
                <a:ea typeface="Calibri"/>
                <a:cs typeface="Calibri"/>
              </a:defRPr>
            </a:lvl5pPr>
            <a:lvl6pPr>
              <a:buNone/>
              <a:defRPr sz="2475" b="0">
                <a:solidFill>
                  <a:srgbClr val="333333"/>
                </a:solidFill>
                <a:latin typeface="Calibri"/>
                <a:ea typeface="Calibri"/>
                <a:cs typeface="Calibri"/>
              </a:defRPr>
            </a:lvl6pPr>
            <a:lvl7pPr>
              <a:buNone/>
              <a:defRPr sz="2475" b="0">
                <a:solidFill>
                  <a:srgbClr val="333333"/>
                </a:solidFill>
                <a:latin typeface="Calibri"/>
                <a:ea typeface="Calibri"/>
                <a:cs typeface="Calibri"/>
              </a:defRPr>
            </a:lvl7pPr>
            <a:lvl8pPr>
              <a:buNone/>
              <a:defRPr sz="2475" b="0">
                <a:solidFill>
                  <a:srgbClr val="333333"/>
                </a:solidFill>
                <a:latin typeface="Calibri"/>
                <a:ea typeface="Calibri"/>
                <a:cs typeface="Calibri"/>
              </a:defRPr>
            </a:lvl8pPr>
            <a:lvl9pPr>
              <a:buNone/>
              <a:defRPr sz="2475" b="0">
                <a:solidFill>
                  <a:srgbClr val="333333"/>
                </a:solidFill>
                <a:latin typeface="Calibri"/>
                <a:ea typeface="Calibri"/>
                <a:cs typeface="Calibri"/>
              </a:defRPr>
            </a:lvl9pPr>
          </a:lstStyle>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Same planned workload and zero forecast.</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Guarded scaling adds capacity using observed demand and SLA signals.</a:t>
            </a:r>
          </a:p>
          <a:p xmlns:a="http://schemas.openxmlformats.org/drawingml/2006/main">
            <a:endParaRPr sz="2475" b="0">
              <a:solidFill>
                <a:srgbClr val="333333"/>
              </a:solidFill>
              <a:latin typeface="Calibri"/>
              <a:ea typeface="Calibri"/>
              <a:cs typeface="Calibri"/>
            </a:endParaRPr>
          </a:p>
          <a:p xmlns:a="http://schemas.openxmlformats.org/drawingml/2006/main">
            <a:pPr>
              <a:buNone/>
              <a:defRPr sz="2475" b="0">
                <a:solidFill>
                  <a:srgbClr val="333333"/>
                </a:solidFill>
                <a:latin typeface="Calibri"/>
                <a:ea typeface="Calibri"/>
                <a:cs typeface="Calibri"/>
              </a:defRPr>
            </a:pPr>
            <a:r>
              <a:rPr sz="2475" b="0">
                <a:solidFill>
                  <a:srgbClr val="333333"/>
                </a:solidFill>
                <a:latin typeface="Calibri"/>
                <a:ea typeface="Calibri"/>
                <a:cs typeface="Calibri"/>
              </a:rPr>
              <a:t>One scored window still violates the target.</a:t>
            </a:r>
          </a:p>
        </p:txBody>
      </p:sp>
      <p:sp>
        <p:nvSpPr>
          <p:cNvPr id="111" name="">
            <a:extLst xmlns:a="http://schemas.openxmlformats.org/drawingml/2006/main">
              <a:ext uri="{FF2B5EF4-FFF2-40B4-BE49-F238E27FC236}">
                <a16:creationId xmlns:a16="http://schemas.microsoft.com/office/drawing/2014/main" id="{B8383A38-F6A9-4989-B22B-6F16FF0133DD}"/>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15 / 18</a:t>
            </a:r>
          </a:p>
        </p:txBody>
      </p:sp>
    </p:spTree>
    <p:extLst>
      <p:ext uri="{BB962C8B-B14F-4D97-AF65-F5344CB8AC3E}">
        <p14:creationId xmlns:p14="http://schemas.microsoft.com/office/powerpoint/2010/main" val="151882046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7a696d5772ca4b79">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afa2186a6f5945cf">
              <a:alphaModFix/>
            </a:blip>
            <a:stretch>
              <a:fillRect l="0" t="0" r="0" b="0"/>
            </a:stretch>
          </a:blipFill>
          <a:ln xmlns:a="http://schemas.openxmlformats.org/drawingml/2006/main">
            <a:noFill/>
          </a:ln>
        </p:spPr>
      </p:sp>
      <p:sp>
        <p:nvSpPr>
          <p:cNvPr id="107" name="Rectangle 106">
            <a:extLst xmlns:a="http://schemas.openxmlformats.org/drawingml/2006/main">
              <a:ext uri="{FF2B5EF4-FFF2-40B4-BE49-F238E27FC236}">
                <a16:creationId xmlns:a16="http://schemas.microsoft.com/office/drawing/2014/main" id="{4518FFDF-AB78-425E-8D23-799CF04584E8}"/>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buNone/>
              <a:defRPr sz="4000" b="0">
                <a:solidFill>
                  <a:srgbClr val="A83033"/>
                </a:solidFill>
                <a:latin typeface="Marcellus"/>
                <a:ea typeface="Marcellus"/>
                <a:cs typeface="Marcellus"/>
              </a:defRPr>
            </a:lvl1pPr>
            <a:lvl2pPr>
              <a:buNone/>
              <a:defRPr sz="4000" b="0">
                <a:solidFill>
                  <a:srgbClr val="A83033"/>
                </a:solidFill>
                <a:latin typeface="Marcellus"/>
                <a:ea typeface="Marcellus"/>
                <a:cs typeface="Marcellus"/>
              </a:defRPr>
            </a:lvl2pPr>
            <a:lvl3pPr>
              <a:buNone/>
              <a:defRPr sz="4000" b="0">
                <a:solidFill>
                  <a:srgbClr val="A83033"/>
                </a:solidFill>
                <a:latin typeface="Marcellus"/>
                <a:ea typeface="Marcellus"/>
                <a:cs typeface="Marcellus"/>
              </a:defRPr>
            </a:lvl3pPr>
            <a:lvl4pPr>
              <a:buNone/>
              <a:defRPr sz="4000" b="0">
                <a:solidFill>
                  <a:srgbClr val="A83033"/>
                </a:solidFill>
                <a:latin typeface="Marcellus"/>
                <a:ea typeface="Marcellus"/>
                <a:cs typeface="Marcellus"/>
              </a:defRPr>
            </a:lvl4pPr>
            <a:lvl5pPr>
              <a:buNone/>
              <a:defRPr sz="4000" b="0">
                <a:solidFill>
                  <a:srgbClr val="A83033"/>
                </a:solidFill>
                <a:latin typeface="Marcellus"/>
                <a:ea typeface="Marcellus"/>
                <a:cs typeface="Marcellus"/>
              </a:defRPr>
            </a:lvl5pPr>
            <a:lvl6pPr>
              <a:buNone/>
              <a:defRPr sz="4000" b="0">
                <a:solidFill>
                  <a:srgbClr val="A83033"/>
                </a:solidFill>
                <a:latin typeface="Marcellus"/>
                <a:ea typeface="Marcellus"/>
                <a:cs typeface="Marcellus"/>
              </a:defRPr>
            </a:lvl6pPr>
            <a:lvl7pPr>
              <a:buNone/>
              <a:defRPr sz="4000" b="0">
                <a:solidFill>
                  <a:srgbClr val="A83033"/>
                </a:solidFill>
                <a:latin typeface="Marcellus"/>
                <a:ea typeface="Marcellus"/>
                <a:cs typeface="Marcellus"/>
              </a:defRPr>
            </a:lvl7pPr>
            <a:lvl8pPr>
              <a:buNone/>
              <a:defRPr sz="4000" b="0">
                <a:solidFill>
                  <a:srgbClr val="A83033"/>
                </a:solidFill>
                <a:latin typeface="Marcellus"/>
                <a:ea typeface="Marcellus"/>
                <a:cs typeface="Marcellus"/>
              </a:defRPr>
            </a:lvl8pPr>
            <a:lvl9pPr>
              <a:buNone/>
              <a:defRPr sz="4000" b="0">
                <a:solidFill>
                  <a:srgbClr val="A83033"/>
                </a:solidFill>
                <a:latin typeface="Marcellus"/>
                <a:ea typeface="Marcellus"/>
                <a:cs typeface="Marcellus"/>
              </a:defRPr>
            </a:lvl9pPr>
          </a:lstStyle>
          <a:p xmlns:a="http://schemas.openxmlformats.org/drawingml/2006/main">
            <a:pPr>
              <a:buNone/>
              <a:defRPr sz="4000" b="0">
                <a:solidFill>
                  <a:srgbClr val="A83033"/>
                </a:solidFill>
                <a:latin typeface="Marcellus"/>
                <a:ea typeface="Marcellus"/>
                <a:cs typeface="Marcellus"/>
              </a:defRPr>
            </a:pPr>
            <a:r>
              <a:rPr sz="4000" b="0">
                <a:solidFill>
                  <a:srgbClr val="A83033"/>
                </a:solidFill>
                <a:latin typeface="Marcellus"/>
                <a:ea typeface="Marcellus"/>
                <a:cs typeface="Marcellus"/>
              </a:rPr>
              <a:t>A hard budget can prevent SLA recovery</a:t>
            </a:r>
          </a:p>
        </p:txBody>
      </p:sp>
      <p:graphicFrame>
        <p:nvGraphicFramePr>
          <p:cNvPr id="108" name="Table 107">
            <a:extLst xmlns:a="http://schemas.openxmlformats.org/drawingml/2006/main">
              <a:ext uri="{FF2B5EF4-FFF2-40B4-BE49-F238E27FC236}">
                <a16:creationId xmlns:a16="http://schemas.microsoft.com/office/drawing/2014/main" id="{49B04F34-E2C7-4013-ACC5-C82D8F995B52}"/>
              </a:ext>
            </a:extLst>
          </p:cNvPr>
          <p:cNvGraphicFramePr/>
          <p:nvPr/>
        </p:nvGraphicFramePr>
        <p:xfrm>
          <a:off xmlns:a="http://schemas.openxmlformats.org/drawingml/2006/main" x="2238375" y="2190750"/>
          <a:ext xmlns:a="http://schemas.openxmlformats.org/drawingml/2006/main" cx="13982700" cy="4191000"/>
        </p:xfrm>
        <a:graphic xmlns:a="http://schemas.openxmlformats.org/drawingml/2006/main">
          <a:graphicData uri="http://schemas.openxmlformats.org/drawingml/2006/table">
            <a:tbl>
              <a:tblPr/>
              <a:tblGrid>
                <a:gridCol w="9620250"/>
                <a:gridCol w="4362450"/>
              </a:tblGrid>
              <a:tr h="838200">
                <a:tc>
                  <a:txBody>
                    <a:bodyPr/>
                    <a:lstStyle/>
                    <a:p>
                      <a:r>
                        <a:rPr sz="2775" b="1">
                          <a:solidFill>
                            <a:srgbClr val="FFFFFF"/>
                          </a:solidFill>
                          <a:latin typeface="Calibri"/>
                          <a:ea typeface="Calibri"/>
                          <a:cs typeface="Calibri"/>
                        </a:rPr>
                        <a:t>One-replica budget stress</a:t>
                      </a:r>
                    </a:p>
                  </a:txBody>
                  <a:tcPr marL="91440" marR="91440" marT="45720" marB="45720">
                    <a:lnL w="28575">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c>
                  <a:txBody>
                    <a:bodyPr/>
                    <a:lstStyle/>
                    <a:p>
                      <a:r>
                        <a:rPr sz="2775" b="1">
                          <a:solidFill>
                            <a:srgbClr val="FFFFFF"/>
                          </a:solidFill>
                          <a:latin typeface="Calibri"/>
                          <a:ea typeface="Calibri"/>
                          <a:cs typeface="Calibri"/>
                        </a:rPr>
                        <a:t>Measured outcome</a:t>
                      </a:r>
                    </a:p>
                  </a:txBody>
                  <a:tcPr marL="91440" marR="91440" marT="45720" marB="45720">
                    <a:lnL w="28575" cmpd="sng">
                      <a:solidFill>
                        <a:srgbClr val="FFFFFF"/>
                      </a:solidFill>
                      <a:prstDash val="solid"/>
                    </a:lnL>
                    <a:lnR w="28575">
                      <a:solidFill>
                        <a:srgbClr val="FFFFFF"/>
                      </a:solidFill>
                      <a:prstDash val="solid"/>
                    </a:lnR>
                    <a:lnT w="28575">
                      <a:solidFill>
                        <a:srgbClr val="FFFFFF"/>
                      </a:solidFill>
                      <a:prstDash val="solid"/>
                    </a:lnT>
                    <a:lnB w="28575">
                      <a:solidFill>
                        <a:srgbClr val="FFFFFF"/>
                      </a:solidFill>
                      <a:prstDash val="solid"/>
                    </a:lnB>
                    <a:solidFill>
                      <a:srgbClr val="A83033"/>
                    </a:solidFill>
                  </a:tcPr>
                </a:tc>
              </a:tr>
              <a:tr h="838200">
                <a:tc>
                  <a:txBody>
                    <a:bodyPr/>
                    <a:lstStyle/>
                    <a:p>
                      <a:r>
                        <a:rPr sz="2775" b="0">
                          <a:solidFill>
                            <a:srgbClr val="333333"/>
                          </a:solidFill>
                          <a:latin typeface="Calibri"/>
                          <a:ea typeface="Calibri"/>
                          <a:cs typeface="Calibri"/>
                        </a:rPr>
                        <a:t>Maximum allowed replicas</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75" b="0">
                          <a:solidFill>
                            <a:srgbClr val="333333"/>
                          </a:solidFill>
                          <a:latin typeface="Calibri"/>
                          <a:ea typeface="Calibri"/>
                          <a:cs typeface="Calibri"/>
                        </a:rPr>
                        <a:t>1</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r>
              <a:tr h="838200">
                <a:tc>
                  <a:txBody>
                    <a:bodyPr/>
                    <a:lstStyle/>
                    <a:p>
                      <a:r>
                        <a:rPr sz="2775" b="0">
                          <a:solidFill>
                            <a:srgbClr val="333333"/>
                          </a:solidFill>
                          <a:latin typeface="Calibri"/>
                          <a:ea typeface="Calibri"/>
                          <a:cs typeface="Calibri"/>
                        </a:rPr>
                        <a:t>Failed requests</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c>
                  <a:txBody>
                    <a:bodyPr/>
                    <a:lstStyle/>
                    <a:p>
                      <a:r>
                        <a:rPr sz="2775" b="0">
                          <a:solidFill>
                            <a:srgbClr val="333333"/>
                          </a:solidFill>
                          <a:latin typeface="Calibri"/>
                          <a:ea typeface="Calibri"/>
                          <a:cs typeface="Calibri"/>
                        </a:rPr>
                        <a:t>17.73%</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r>
              <a:tr h="838200">
                <a:tc>
                  <a:txBody>
                    <a:bodyPr/>
                    <a:lstStyle/>
                    <a:p>
                      <a:r>
                        <a:rPr sz="2775" b="0">
                          <a:solidFill>
                            <a:srgbClr val="333333"/>
                          </a:solidFill>
                          <a:latin typeface="Calibri"/>
                          <a:ea typeface="Calibri"/>
                          <a:cs typeface="Calibri"/>
                        </a:rPr>
                        <a:t>Run p95 latency</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c>
                  <a:txBody>
                    <a:bodyPr/>
                    <a:lstStyle/>
                    <a:p>
                      <a:r>
                        <a:rPr sz="2775" b="0">
                          <a:solidFill>
                            <a:srgbClr val="333333"/>
                          </a:solidFill>
                          <a:latin typeface="Calibri"/>
                          <a:ea typeface="Calibri"/>
                          <a:cs typeface="Calibri"/>
                        </a:rPr>
                        <a:t>1,563.2 ms</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8EBEB"/>
                    </a:solidFill>
                  </a:tcPr>
                </a:tc>
              </a:tr>
              <a:tr h="838200">
                <a:tc>
                  <a:txBody>
                    <a:bodyPr/>
                    <a:lstStyle/>
                    <a:p>
                      <a:r>
                        <a:rPr sz="2775" b="0">
                          <a:solidFill>
                            <a:srgbClr val="333333"/>
                          </a:solidFill>
                          <a:latin typeface="Calibri"/>
                          <a:ea typeface="Calibri"/>
                          <a:cs typeface="Calibri"/>
                        </a:rPr>
                        <a:t>Violating scored windows</a:t>
                      </a:r>
                    </a:p>
                  </a:txBody>
                  <a:tcPr marL="91440" marR="91440" marT="45720" marB="45720">
                    <a:lnL w="28575">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c>
                  <a:txBody>
                    <a:bodyPr/>
                    <a:lstStyle/>
                    <a:p>
                      <a:r>
                        <a:rPr sz="2775" b="0">
                          <a:solidFill>
                            <a:srgbClr val="333333"/>
                          </a:solidFill>
                          <a:latin typeface="Calibri"/>
                          <a:ea typeface="Calibri"/>
                          <a:cs typeface="Calibri"/>
                        </a:rPr>
                        <a:t>66.7%</a:t>
                      </a:r>
                    </a:p>
                  </a:txBody>
                  <a:tcPr marL="91440" marR="91440" marT="45720" marB="45720">
                    <a:lnL w="28575" cmpd="sng">
                      <a:solidFill>
                        <a:srgbClr val="FFFFFF"/>
                      </a:solidFill>
                      <a:prstDash val="solid"/>
                    </a:lnL>
                    <a:lnR w="28575">
                      <a:solidFill>
                        <a:srgbClr val="FFFFFF"/>
                      </a:solidFill>
                      <a:prstDash val="solid"/>
                    </a:lnR>
                    <a:lnT w="28575" cmpd="sng">
                      <a:solidFill>
                        <a:srgbClr val="FFFFFF"/>
                      </a:solidFill>
                      <a:prstDash val="solid"/>
                    </a:lnT>
                    <a:lnB w="28575">
                      <a:solidFill>
                        <a:srgbClr val="FFFFFF"/>
                      </a:solidFill>
                      <a:prstDash val="solid"/>
                    </a:lnB>
                    <a:solidFill>
                      <a:srgbClr val="FFFFFF"/>
                    </a:solidFill>
                  </a:tcPr>
                </a:tc>
              </a:tr>
            </a:tbl>
          </a:graphicData>
        </a:graphic>
      </p:graphicFrame>
      <p:sp>
        <p:nvSpPr>
          <p:cNvPr id="109" name="Rectangle 108">
            <a:extLst xmlns:a="http://schemas.openxmlformats.org/drawingml/2006/main">
              <a:ext uri="{FF2B5EF4-FFF2-40B4-BE49-F238E27FC236}">
                <a16:creationId xmlns:a16="http://schemas.microsoft.com/office/drawing/2014/main" id="{C0246F59-6AE0-4BFB-BDB2-65C198917878}"/>
              </a:ext>
            </a:extLst>
          </p:cNvPr>
          <p:cNvSpPr>
            <a:spLocks xmlns:a="http://schemas.openxmlformats.org/drawingml/2006/main" noGrp="1"/>
          </p:cNvSpPr>
          <p:nvPr/>
        </p:nvSpPr>
        <p:spPr>
          <a:xfrm xmlns:a="http://schemas.openxmlformats.org/drawingml/2006/main">
            <a:off x="2238375" y="7048500"/>
            <a:ext cx="139827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1">
                <a:solidFill>
                  <a:srgbClr val="A83033"/>
                </a:solidFill>
                <a:latin typeface="Calibri"/>
                <a:ea typeface="Calibri"/>
                <a:cs typeface="Calibri"/>
              </a:defRPr>
            </a:defPPr>
            <a:lvl1pPr>
              <a:buNone/>
              <a:defRPr sz="2925" b="1">
                <a:solidFill>
                  <a:srgbClr val="A83033"/>
                </a:solidFill>
                <a:latin typeface="Calibri"/>
                <a:ea typeface="Calibri"/>
                <a:cs typeface="Calibri"/>
              </a:defRPr>
            </a:lvl1pPr>
            <a:lvl2pPr>
              <a:buNone/>
              <a:defRPr sz="2925" b="1">
                <a:solidFill>
                  <a:srgbClr val="A83033"/>
                </a:solidFill>
                <a:latin typeface="Calibri"/>
                <a:ea typeface="Calibri"/>
                <a:cs typeface="Calibri"/>
              </a:defRPr>
            </a:lvl2pPr>
            <a:lvl3pPr>
              <a:buNone/>
              <a:defRPr sz="2925" b="1">
                <a:solidFill>
                  <a:srgbClr val="A83033"/>
                </a:solidFill>
                <a:latin typeface="Calibri"/>
                <a:ea typeface="Calibri"/>
                <a:cs typeface="Calibri"/>
              </a:defRPr>
            </a:lvl3pPr>
            <a:lvl4pPr>
              <a:buNone/>
              <a:defRPr sz="2925" b="1">
                <a:solidFill>
                  <a:srgbClr val="A83033"/>
                </a:solidFill>
                <a:latin typeface="Calibri"/>
                <a:ea typeface="Calibri"/>
                <a:cs typeface="Calibri"/>
              </a:defRPr>
            </a:lvl4pPr>
            <a:lvl5pPr>
              <a:buNone/>
              <a:defRPr sz="2925" b="1">
                <a:solidFill>
                  <a:srgbClr val="A83033"/>
                </a:solidFill>
                <a:latin typeface="Calibri"/>
                <a:ea typeface="Calibri"/>
                <a:cs typeface="Calibri"/>
              </a:defRPr>
            </a:lvl5pPr>
            <a:lvl6pPr>
              <a:buNone/>
              <a:defRPr sz="2925" b="1">
                <a:solidFill>
                  <a:srgbClr val="A83033"/>
                </a:solidFill>
                <a:latin typeface="Calibri"/>
                <a:ea typeface="Calibri"/>
                <a:cs typeface="Calibri"/>
              </a:defRPr>
            </a:lvl6pPr>
            <a:lvl7pPr>
              <a:buNone/>
              <a:defRPr sz="2925" b="1">
                <a:solidFill>
                  <a:srgbClr val="A83033"/>
                </a:solidFill>
                <a:latin typeface="Calibri"/>
                <a:ea typeface="Calibri"/>
                <a:cs typeface="Calibri"/>
              </a:defRPr>
            </a:lvl7pPr>
            <a:lvl8pPr>
              <a:buNone/>
              <a:defRPr sz="2925" b="1">
                <a:solidFill>
                  <a:srgbClr val="A83033"/>
                </a:solidFill>
                <a:latin typeface="Calibri"/>
                <a:ea typeface="Calibri"/>
                <a:cs typeface="Calibri"/>
              </a:defRPr>
            </a:lvl8pPr>
            <a:lvl9pPr>
              <a:buNone/>
              <a:defRPr sz="2925" b="1">
                <a:solidFill>
                  <a:srgbClr val="A83033"/>
                </a:solidFill>
                <a:latin typeface="Calibri"/>
                <a:ea typeface="Calibri"/>
                <a:cs typeface="Calibri"/>
              </a:defRPr>
            </a:lvl9pPr>
          </a:lstStyle>
          <a:p xmlns:a="http://schemas.openxmlformats.org/drawingml/2006/main">
            <a:pPr>
              <a:buNone/>
              <a:defRPr sz="2925" b="1">
                <a:solidFill>
                  <a:srgbClr val="A83033"/>
                </a:solidFill>
                <a:latin typeface="Calibri"/>
                <a:ea typeface="Calibri"/>
                <a:cs typeface="Calibri"/>
              </a:defRPr>
            </a:pPr>
            <a:r>
              <a:rPr sz="2925" b="1">
                <a:solidFill>
                  <a:srgbClr val="A83033"/>
                </a:solidFill>
                <a:latin typeface="Calibri"/>
                <a:ea typeface="Calibri"/>
                <a:cs typeface="Calibri"/>
              </a:rPr>
              <a:t>The controller respects the budget and records insufficient capacity. More forecasting accuracy cannot create unavailable resources.</a:t>
            </a:r>
          </a:p>
        </p:txBody>
      </p:sp>
      <p:sp>
        <p:nvSpPr>
          <p:cNvPr id="110" name="">
            <a:extLst xmlns:a="http://schemas.openxmlformats.org/drawingml/2006/main">
              <a:ext uri="{FF2B5EF4-FFF2-40B4-BE49-F238E27FC236}">
                <a16:creationId xmlns:a16="http://schemas.microsoft.com/office/drawing/2014/main" id="{C0FD9973-74BB-4BB1-9CF8-EDA13B2AE0DF}"/>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16 / 18</a:t>
            </a:r>
          </a:p>
        </p:txBody>
      </p:sp>
    </p:spTree>
    <p:extLst>
      <p:ext uri="{BB962C8B-B14F-4D97-AF65-F5344CB8AC3E}">
        <p14:creationId xmlns:p14="http://schemas.microsoft.com/office/powerpoint/2010/main" val="151882046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f487554e84544493">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a207fb0ffb3e4d1f">
              <a:alphaModFix/>
            </a:blip>
            <a:stretch>
              <a:fillRect l="0" t="0" r="0" b="0"/>
            </a:stretch>
          </a:blipFill>
          <a:ln xmlns:a="http://schemas.openxmlformats.org/drawingml/2006/main">
            <a:noFill/>
          </a:ln>
        </p:spPr>
      </p:sp>
      <p:sp>
        <p:nvSpPr>
          <p:cNvPr id="107" name="">
            <a:extLst xmlns:a="http://schemas.openxmlformats.org/drawingml/2006/main">
              <a:ext uri="{FF2B5EF4-FFF2-40B4-BE49-F238E27FC236}">
                <a16:creationId xmlns:a16="http://schemas.microsoft.com/office/drawing/2014/main" id="{C00EF83C-ADF4-4288-964B-5DCB258ADBC8}"/>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defRPr sz="4000" b="0">
                <a:solidFill>
                  <a:srgbClr val="A83033"/>
                </a:solidFill>
                <a:latin typeface="Marcellus"/>
                <a:ea typeface="Marcellus"/>
                <a:cs typeface="Marcellus"/>
              </a:defRPr>
            </a:lvl1pPr>
            <a:lvl2pPr>
              <a:defRPr sz="4000" b="0">
                <a:solidFill>
                  <a:srgbClr val="A83033"/>
                </a:solidFill>
                <a:latin typeface="Marcellus"/>
                <a:ea typeface="Marcellus"/>
                <a:cs typeface="Marcellus"/>
              </a:defRPr>
            </a:lvl2pPr>
            <a:lvl3pPr>
              <a:defRPr sz="4000" b="0">
                <a:solidFill>
                  <a:srgbClr val="A83033"/>
                </a:solidFill>
                <a:latin typeface="Marcellus"/>
                <a:ea typeface="Marcellus"/>
                <a:cs typeface="Marcellus"/>
              </a:defRPr>
            </a:lvl3pPr>
            <a:lvl4pPr>
              <a:defRPr sz="4000" b="0">
                <a:solidFill>
                  <a:srgbClr val="A83033"/>
                </a:solidFill>
                <a:latin typeface="Marcellus"/>
                <a:ea typeface="Marcellus"/>
                <a:cs typeface="Marcellus"/>
              </a:defRPr>
            </a:lvl4pPr>
            <a:lvl5pPr>
              <a:defRPr sz="4000" b="0">
                <a:solidFill>
                  <a:srgbClr val="A83033"/>
                </a:solidFill>
                <a:latin typeface="Marcellus"/>
                <a:ea typeface="Marcellus"/>
                <a:cs typeface="Marcellus"/>
              </a:defRPr>
            </a:lvl5pPr>
            <a:lvl6pPr>
              <a:defRPr sz="4000" b="0">
                <a:solidFill>
                  <a:srgbClr val="A83033"/>
                </a:solidFill>
                <a:latin typeface="Marcellus"/>
                <a:ea typeface="Marcellus"/>
                <a:cs typeface="Marcellus"/>
              </a:defRPr>
            </a:lvl6pPr>
            <a:lvl7pPr>
              <a:defRPr sz="4000" b="0">
                <a:solidFill>
                  <a:srgbClr val="A83033"/>
                </a:solidFill>
                <a:latin typeface="Marcellus"/>
                <a:ea typeface="Marcellus"/>
                <a:cs typeface="Marcellus"/>
              </a:defRPr>
            </a:lvl7pPr>
            <a:lvl8pPr>
              <a:defRPr sz="4000" b="0">
                <a:solidFill>
                  <a:srgbClr val="A83033"/>
                </a:solidFill>
                <a:latin typeface="Marcellus"/>
                <a:ea typeface="Marcellus"/>
                <a:cs typeface="Marcellus"/>
              </a:defRPr>
            </a:lvl8pPr>
            <a:lvl9pPr>
              <a:defRPr sz="4000" b="0">
                <a:solidFill>
                  <a:srgbClr val="A83033"/>
                </a:solidFill>
                <a:latin typeface="Marcellus"/>
                <a:ea typeface="Marcellus"/>
                <a:cs typeface="Marcellus"/>
              </a:defRPr>
            </a:lvl9pPr>
          </a:lstStyle>
          <a:p xmlns:a="http://schemas.openxmlformats.org/drawingml/2006/main">
            <a:pPr>
              <a:defRPr sz="4000" b="0">
                <a:solidFill>
                  <a:srgbClr val="A83033"/>
                </a:solidFill>
                <a:latin typeface="Marcellus"/>
                <a:ea typeface="Marcellus"/>
                <a:cs typeface="Marcellus"/>
              </a:defRPr>
            </a:pPr>
            <a:r>
              <a:rPr sz="4000" b="0">
                <a:solidFill>
                  <a:srgbClr val="A83033"/>
                </a:solidFill>
                <a:latin typeface="Marcellus"/>
                <a:ea typeface="Marcellus"/>
                <a:cs typeface="Marcellus"/>
              </a:rPr>
              <a:t>Scope and limitations</a:t>
            </a:r>
          </a:p>
        </p:txBody>
      </p:sp>
      <p:sp>
        <p:nvSpPr>
          <p:cNvPr id="108" name="">
            <a:extLst xmlns:a="http://schemas.openxmlformats.org/drawingml/2006/main">
              <a:ext uri="{FF2B5EF4-FFF2-40B4-BE49-F238E27FC236}">
                <a16:creationId xmlns:a16="http://schemas.microsoft.com/office/drawing/2014/main" id="{A7563185-853A-4985-B8A4-039978607732}"/>
              </a:ext>
            </a:extLst>
          </p:cNvPr>
          <p:cNvSpPr>
            <a:spLocks xmlns:a="http://schemas.openxmlformats.org/drawingml/2006/main" noGrp="1"/>
          </p:cNvSpPr>
          <p:nvPr/>
        </p:nvSpPr>
        <p:spPr>
          <a:xfrm xmlns:a="http://schemas.openxmlformats.org/drawingml/2006/main">
            <a:off x="2238375" y="2143125"/>
            <a:ext cx="647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A83033"/>
                </a:solidFill>
                <a:latin typeface="Calibri"/>
                <a:ea typeface="Calibri"/>
                <a:cs typeface="Calibri"/>
              </a:defRPr>
            </a:defPPr>
            <a:lvl1pPr>
              <a:defRPr sz="3225" b="1">
                <a:solidFill>
                  <a:srgbClr val="A83033"/>
                </a:solidFill>
                <a:latin typeface="Calibri"/>
                <a:ea typeface="Calibri"/>
                <a:cs typeface="Calibri"/>
              </a:defRPr>
            </a:lvl1pPr>
            <a:lvl2pPr>
              <a:defRPr sz="3225" b="1">
                <a:solidFill>
                  <a:srgbClr val="A83033"/>
                </a:solidFill>
                <a:latin typeface="Calibri"/>
                <a:ea typeface="Calibri"/>
                <a:cs typeface="Calibri"/>
              </a:defRPr>
            </a:lvl2pPr>
            <a:lvl3pPr>
              <a:defRPr sz="3225" b="1">
                <a:solidFill>
                  <a:srgbClr val="A83033"/>
                </a:solidFill>
                <a:latin typeface="Calibri"/>
                <a:ea typeface="Calibri"/>
                <a:cs typeface="Calibri"/>
              </a:defRPr>
            </a:lvl3pPr>
            <a:lvl4pPr>
              <a:defRPr sz="3225" b="1">
                <a:solidFill>
                  <a:srgbClr val="A83033"/>
                </a:solidFill>
                <a:latin typeface="Calibri"/>
                <a:ea typeface="Calibri"/>
                <a:cs typeface="Calibri"/>
              </a:defRPr>
            </a:lvl4pPr>
            <a:lvl5pPr>
              <a:defRPr sz="3225" b="1">
                <a:solidFill>
                  <a:srgbClr val="A83033"/>
                </a:solidFill>
                <a:latin typeface="Calibri"/>
                <a:ea typeface="Calibri"/>
                <a:cs typeface="Calibri"/>
              </a:defRPr>
            </a:lvl5pPr>
            <a:lvl6pPr>
              <a:defRPr sz="3225" b="1">
                <a:solidFill>
                  <a:srgbClr val="A83033"/>
                </a:solidFill>
                <a:latin typeface="Calibri"/>
                <a:ea typeface="Calibri"/>
                <a:cs typeface="Calibri"/>
              </a:defRPr>
            </a:lvl6pPr>
            <a:lvl7pPr>
              <a:defRPr sz="3225" b="1">
                <a:solidFill>
                  <a:srgbClr val="A83033"/>
                </a:solidFill>
                <a:latin typeface="Calibri"/>
                <a:ea typeface="Calibri"/>
                <a:cs typeface="Calibri"/>
              </a:defRPr>
            </a:lvl7pPr>
            <a:lvl8pPr>
              <a:defRPr sz="3225" b="1">
                <a:solidFill>
                  <a:srgbClr val="A83033"/>
                </a:solidFill>
                <a:latin typeface="Calibri"/>
                <a:ea typeface="Calibri"/>
                <a:cs typeface="Calibri"/>
              </a:defRPr>
            </a:lvl8pPr>
            <a:lvl9pPr>
              <a:defRPr sz="3225" b="1">
                <a:solidFill>
                  <a:srgbClr val="A83033"/>
                </a:solidFill>
                <a:latin typeface="Calibri"/>
                <a:ea typeface="Calibri"/>
                <a:cs typeface="Calibri"/>
              </a:defRPr>
            </a:lvl9pPr>
          </a:lstStyle>
          <a:p xmlns:a="http://schemas.openxmlformats.org/drawingml/2006/main">
            <a:pPr>
              <a:defRPr sz="3225" b="1">
                <a:solidFill>
                  <a:srgbClr val="A83033"/>
                </a:solidFill>
                <a:latin typeface="Calibri"/>
                <a:ea typeface="Calibri"/>
                <a:cs typeface="Calibri"/>
              </a:defRPr>
            </a:pPr>
            <a:r>
              <a:rPr sz="3225" b="1">
                <a:solidFill>
                  <a:srgbClr val="A83033"/>
                </a:solidFill>
                <a:latin typeface="Calibri"/>
                <a:ea typeface="Calibri"/>
                <a:cs typeface="Calibri"/>
              </a:rPr>
              <a:t>What we measured</a:t>
            </a:r>
          </a:p>
        </p:txBody>
      </p:sp>
      <p:sp>
        <p:nvSpPr>
          <p:cNvPr id="109" name="">
            <a:extLst xmlns:a="http://schemas.openxmlformats.org/drawingml/2006/main">
              <a:ext uri="{FF2B5EF4-FFF2-40B4-BE49-F238E27FC236}">
                <a16:creationId xmlns:a16="http://schemas.microsoft.com/office/drawing/2014/main" id="{1B31E5F0-EA6A-4825-9D98-3D562E4517C5}"/>
              </a:ext>
            </a:extLst>
          </p:cNvPr>
          <p:cNvSpPr>
            <a:spLocks xmlns:a="http://schemas.openxmlformats.org/drawingml/2006/main" noGrp="1"/>
          </p:cNvSpPr>
          <p:nvPr/>
        </p:nvSpPr>
        <p:spPr>
          <a:xfrm xmlns:a="http://schemas.openxmlformats.org/drawingml/2006/main">
            <a:off x="2238375" y="3286125"/>
            <a:ext cx="64770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75" b="0">
                <a:solidFill>
                  <a:srgbClr val="333333"/>
                </a:solidFill>
                <a:latin typeface="Calibri"/>
                <a:ea typeface="Calibri"/>
                <a:cs typeface="Calibri"/>
              </a:defRPr>
            </a:defPPr>
            <a:lvl1pPr>
              <a:defRPr sz="3075" b="0">
                <a:solidFill>
                  <a:srgbClr val="333333"/>
                </a:solidFill>
                <a:latin typeface="Calibri"/>
                <a:ea typeface="Calibri"/>
                <a:cs typeface="Calibri"/>
              </a:defRPr>
            </a:lvl1pPr>
            <a:lvl2pPr>
              <a:defRPr sz="3075" b="0">
                <a:solidFill>
                  <a:srgbClr val="333333"/>
                </a:solidFill>
                <a:latin typeface="Calibri"/>
                <a:ea typeface="Calibri"/>
                <a:cs typeface="Calibri"/>
              </a:defRPr>
            </a:lvl2pPr>
            <a:lvl3pPr>
              <a:defRPr sz="3075" b="0">
                <a:solidFill>
                  <a:srgbClr val="333333"/>
                </a:solidFill>
                <a:latin typeface="Calibri"/>
                <a:ea typeface="Calibri"/>
                <a:cs typeface="Calibri"/>
              </a:defRPr>
            </a:lvl3pPr>
            <a:lvl4pPr>
              <a:defRPr sz="3075" b="0">
                <a:solidFill>
                  <a:srgbClr val="333333"/>
                </a:solidFill>
                <a:latin typeface="Calibri"/>
                <a:ea typeface="Calibri"/>
                <a:cs typeface="Calibri"/>
              </a:defRPr>
            </a:lvl4pPr>
            <a:lvl5pPr>
              <a:defRPr sz="3075" b="0">
                <a:solidFill>
                  <a:srgbClr val="333333"/>
                </a:solidFill>
                <a:latin typeface="Calibri"/>
                <a:ea typeface="Calibri"/>
                <a:cs typeface="Calibri"/>
              </a:defRPr>
            </a:lvl5pPr>
            <a:lvl6pPr>
              <a:defRPr sz="3075" b="0">
                <a:solidFill>
                  <a:srgbClr val="333333"/>
                </a:solidFill>
                <a:latin typeface="Calibri"/>
                <a:ea typeface="Calibri"/>
                <a:cs typeface="Calibri"/>
              </a:defRPr>
            </a:lvl6pPr>
            <a:lvl7pPr>
              <a:defRPr sz="3075" b="0">
                <a:solidFill>
                  <a:srgbClr val="333333"/>
                </a:solidFill>
                <a:latin typeface="Calibri"/>
                <a:ea typeface="Calibri"/>
                <a:cs typeface="Calibri"/>
              </a:defRPr>
            </a:lvl7pPr>
            <a:lvl8pPr>
              <a:defRPr sz="3075" b="0">
                <a:solidFill>
                  <a:srgbClr val="333333"/>
                </a:solidFill>
                <a:latin typeface="Calibri"/>
                <a:ea typeface="Calibri"/>
                <a:cs typeface="Calibri"/>
              </a:defRPr>
            </a:lvl8pPr>
            <a:lvl9pPr>
              <a:defRPr sz="3075" b="0">
                <a:solidFill>
                  <a:srgbClr val="333333"/>
                </a:solidFill>
                <a:latin typeface="Calibri"/>
                <a:ea typeface="Calibri"/>
                <a:cs typeface="Calibri"/>
              </a:defRPr>
            </a:lvl9pPr>
          </a:lstStyle>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Real HTTP latency and failures</a:t>
            </a:r>
          </a:p>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Worker CPU utilization</a:t>
            </a:r>
          </a:p>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Kubernetes replica changes</a:t>
            </a:r>
          </a:p>
          <a:p xmlns:a="http://schemas.openxmlformats.org/drawingml/2006/main">
            <a:r>
              <a:t/>
            </a:r>
          </a:p>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Behaviour under wrong predictions</a:t>
            </a:r>
          </a:p>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and a constrained resource budget</a:t>
            </a:r>
          </a:p>
        </p:txBody>
      </p:sp>
      <p:sp>
        <p:nvSpPr>
          <p:cNvPr id="110" name="">
            <a:extLst xmlns:a="http://schemas.openxmlformats.org/drawingml/2006/main">
              <a:ext uri="{FF2B5EF4-FFF2-40B4-BE49-F238E27FC236}">
                <a16:creationId xmlns:a16="http://schemas.microsoft.com/office/drawing/2014/main" id="{6EFD8CD2-8577-4260-922E-D899BFFD315D}"/>
              </a:ext>
            </a:extLst>
          </p:cNvPr>
          <p:cNvSpPr>
            <a:spLocks xmlns:a="http://schemas.openxmlformats.org/drawingml/2006/main" noGrp="1"/>
          </p:cNvSpPr>
          <p:nvPr/>
        </p:nvSpPr>
        <p:spPr>
          <a:xfrm xmlns:a="http://schemas.openxmlformats.org/drawingml/2006/main">
            <a:off x="9906000" y="2143125"/>
            <a:ext cx="63150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A83033"/>
                </a:solidFill>
                <a:latin typeface="Calibri"/>
                <a:ea typeface="Calibri"/>
                <a:cs typeface="Calibri"/>
              </a:defRPr>
            </a:defPPr>
            <a:lvl1pPr>
              <a:defRPr sz="3225" b="1">
                <a:solidFill>
                  <a:srgbClr val="A83033"/>
                </a:solidFill>
                <a:latin typeface="Calibri"/>
                <a:ea typeface="Calibri"/>
                <a:cs typeface="Calibri"/>
              </a:defRPr>
            </a:lvl1pPr>
            <a:lvl2pPr>
              <a:defRPr sz="3225" b="1">
                <a:solidFill>
                  <a:srgbClr val="A83033"/>
                </a:solidFill>
                <a:latin typeface="Calibri"/>
                <a:ea typeface="Calibri"/>
                <a:cs typeface="Calibri"/>
              </a:defRPr>
            </a:lvl2pPr>
            <a:lvl3pPr>
              <a:defRPr sz="3225" b="1">
                <a:solidFill>
                  <a:srgbClr val="A83033"/>
                </a:solidFill>
                <a:latin typeface="Calibri"/>
                <a:ea typeface="Calibri"/>
                <a:cs typeface="Calibri"/>
              </a:defRPr>
            </a:lvl3pPr>
            <a:lvl4pPr>
              <a:defRPr sz="3225" b="1">
                <a:solidFill>
                  <a:srgbClr val="A83033"/>
                </a:solidFill>
                <a:latin typeface="Calibri"/>
                <a:ea typeface="Calibri"/>
                <a:cs typeface="Calibri"/>
              </a:defRPr>
            </a:lvl4pPr>
            <a:lvl5pPr>
              <a:defRPr sz="3225" b="1">
                <a:solidFill>
                  <a:srgbClr val="A83033"/>
                </a:solidFill>
                <a:latin typeface="Calibri"/>
                <a:ea typeface="Calibri"/>
                <a:cs typeface="Calibri"/>
              </a:defRPr>
            </a:lvl5pPr>
            <a:lvl6pPr>
              <a:defRPr sz="3225" b="1">
                <a:solidFill>
                  <a:srgbClr val="A83033"/>
                </a:solidFill>
                <a:latin typeface="Calibri"/>
                <a:ea typeface="Calibri"/>
                <a:cs typeface="Calibri"/>
              </a:defRPr>
            </a:lvl6pPr>
            <a:lvl7pPr>
              <a:defRPr sz="3225" b="1">
                <a:solidFill>
                  <a:srgbClr val="A83033"/>
                </a:solidFill>
                <a:latin typeface="Calibri"/>
                <a:ea typeface="Calibri"/>
                <a:cs typeface="Calibri"/>
              </a:defRPr>
            </a:lvl7pPr>
            <a:lvl8pPr>
              <a:defRPr sz="3225" b="1">
                <a:solidFill>
                  <a:srgbClr val="A83033"/>
                </a:solidFill>
                <a:latin typeface="Calibri"/>
                <a:ea typeface="Calibri"/>
                <a:cs typeface="Calibri"/>
              </a:defRPr>
            </a:lvl8pPr>
            <a:lvl9pPr>
              <a:defRPr sz="3225" b="1">
                <a:solidFill>
                  <a:srgbClr val="A83033"/>
                </a:solidFill>
                <a:latin typeface="Calibri"/>
                <a:ea typeface="Calibri"/>
                <a:cs typeface="Calibri"/>
              </a:defRPr>
            </a:lvl9pPr>
          </a:lstStyle>
          <a:p xmlns:a="http://schemas.openxmlformats.org/drawingml/2006/main">
            <a:pPr>
              <a:defRPr sz="3225" b="1">
                <a:solidFill>
                  <a:srgbClr val="A83033"/>
                </a:solidFill>
                <a:latin typeface="Calibri"/>
                <a:ea typeface="Calibri"/>
                <a:cs typeface="Calibri"/>
              </a:defRPr>
            </a:pPr>
            <a:r>
              <a:rPr sz="3225" b="1">
                <a:solidFill>
                  <a:srgbClr val="A83033"/>
                </a:solidFill>
                <a:latin typeface="Calibri"/>
                <a:ea typeface="Calibri"/>
                <a:cs typeface="Calibri"/>
              </a:rPr>
              <a:t>Limits of this prototype</a:t>
            </a:r>
          </a:p>
        </p:txBody>
      </p:sp>
      <p:sp>
        <p:nvSpPr>
          <p:cNvPr id="111" name="">
            <a:extLst xmlns:a="http://schemas.openxmlformats.org/drawingml/2006/main">
              <a:ext uri="{FF2B5EF4-FFF2-40B4-BE49-F238E27FC236}">
                <a16:creationId xmlns:a16="http://schemas.microsoft.com/office/drawing/2014/main" id="{BA77470F-FC71-4006-BF81-A6262B4BCAEA}"/>
              </a:ext>
            </a:extLst>
          </p:cNvPr>
          <p:cNvSpPr>
            <a:spLocks xmlns:a="http://schemas.openxmlformats.org/drawingml/2006/main" noGrp="1"/>
          </p:cNvSpPr>
          <p:nvPr/>
        </p:nvSpPr>
        <p:spPr>
          <a:xfrm xmlns:a="http://schemas.openxmlformats.org/drawingml/2006/main">
            <a:off x="9906000" y="3286125"/>
            <a:ext cx="6315075"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75" b="0">
                <a:solidFill>
                  <a:srgbClr val="333333"/>
                </a:solidFill>
                <a:latin typeface="Calibri"/>
                <a:ea typeface="Calibri"/>
                <a:cs typeface="Calibri"/>
              </a:defRPr>
            </a:defPPr>
            <a:lvl1pPr>
              <a:defRPr sz="3075" b="0">
                <a:solidFill>
                  <a:srgbClr val="333333"/>
                </a:solidFill>
                <a:latin typeface="Calibri"/>
                <a:ea typeface="Calibri"/>
                <a:cs typeface="Calibri"/>
              </a:defRPr>
            </a:lvl1pPr>
            <a:lvl2pPr>
              <a:defRPr sz="3075" b="0">
                <a:solidFill>
                  <a:srgbClr val="333333"/>
                </a:solidFill>
                <a:latin typeface="Calibri"/>
                <a:ea typeface="Calibri"/>
                <a:cs typeface="Calibri"/>
              </a:defRPr>
            </a:lvl2pPr>
            <a:lvl3pPr>
              <a:defRPr sz="3075" b="0">
                <a:solidFill>
                  <a:srgbClr val="333333"/>
                </a:solidFill>
                <a:latin typeface="Calibri"/>
                <a:ea typeface="Calibri"/>
                <a:cs typeface="Calibri"/>
              </a:defRPr>
            </a:lvl3pPr>
            <a:lvl4pPr>
              <a:defRPr sz="3075" b="0">
                <a:solidFill>
                  <a:srgbClr val="333333"/>
                </a:solidFill>
                <a:latin typeface="Calibri"/>
                <a:ea typeface="Calibri"/>
                <a:cs typeface="Calibri"/>
              </a:defRPr>
            </a:lvl4pPr>
            <a:lvl5pPr>
              <a:defRPr sz="3075" b="0">
                <a:solidFill>
                  <a:srgbClr val="333333"/>
                </a:solidFill>
                <a:latin typeface="Calibri"/>
                <a:ea typeface="Calibri"/>
                <a:cs typeface="Calibri"/>
              </a:defRPr>
            </a:lvl5pPr>
            <a:lvl6pPr>
              <a:defRPr sz="3075" b="0">
                <a:solidFill>
                  <a:srgbClr val="333333"/>
                </a:solidFill>
                <a:latin typeface="Calibri"/>
                <a:ea typeface="Calibri"/>
                <a:cs typeface="Calibri"/>
              </a:defRPr>
            </a:lvl6pPr>
            <a:lvl7pPr>
              <a:defRPr sz="3075" b="0">
                <a:solidFill>
                  <a:srgbClr val="333333"/>
                </a:solidFill>
                <a:latin typeface="Calibri"/>
                <a:ea typeface="Calibri"/>
                <a:cs typeface="Calibri"/>
              </a:defRPr>
            </a:lvl7pPr>
            <a:lvl8pPr>
              <a:defRPr sz="3075" b="0">
                <a:solidFill>
                  <a:srgbClr val="333333"/>
                </a:solidFill>
                <a:latin typeface="Calibri"/>
                <a:ea typeface="Calibri"/>
                <a:cs typeface="Calibri"/>
              </a:defRPr>
            </a:lvl8pPr>
            <a:lvl9pPr>
              <a:defRPr sz="3075" b="0">
                <a:solidFill>
                  <a:srgbClr val="333333"/>
                </a:solidFill>
                <a:latin typeface="Calibri"/>
                <a:ea typeface="Calibri"/>
                <a:cs typeface="Calibri"/>
              </a:defRPr>
            </a:lvl9pPr>
          </a:lstStyle>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Synthetic workload arrivals</a:t>
            </a:r>
          </a:p>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One laptop and one Kubernetes node</a:t>
            </a:r>
          </a:p>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Cost and energy use assumed rates</a:t>
            </a:r>
          </a:p>
          <a:p xmlns:a="http://schemas.openxmlformats.org/drawingml/2006/main">
            <a:r>
              <a:t/>
            </a:r>
          </a:p>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Forecast quality needs broader</a:t>
            </a:r>
          </a:p>
          <a:p xmlns:a="http://schemas.openxmlformats.org/drawingml/2006/main">
            <a:pPr>
              <a:defRPr sz="3075" b="0">
                <a:solidFill>
                  <a:srgbClr val="333333"/>
                </a:solidFill>
                <a:latin typeface="Calibri"/>
                <a:ea typeface="Calibri"/>
                <a:cs typeface="Calibri"/>
              </a:defRPr>
            </a:pPr>
            <a:r>
              <a:rPr sz="3075" b="0">
                <a:solidFill>
                  <a:srgbClr val="333333"/>
                </a:solidFill>
                <a:latin typeface="Calibri"/>
                <a:ea typeface="Calibri"/>
                <a:cs typeface="Calibri"/>
              </a:rPr>
              <a:t>workload validation</a:t>
            </a:r>
          </a:p>
        </p:txBody>
      </p:sp>
      <p:sp>
        <p:nvSpPr>
          <p:cNvPr id="112" name="">
            <a:extLst xmlns:a="http://schemas.openxmlformats.org/drawingml/2006/main">
              <a:ext uri="{FF2B5EF4-FFF2-40B4-BE49-F238E27FC236}">
                <a16:creationId xmlns:a16="http://schemas.microsoft.com/office/drawing/2014/main" id="{3A413987-BC7D-4CB5-B5B1-DCDF8F9C0EE1}"/>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17 / 18</a:t>
            </a:r>
          </a:p>
        </p:txBody>
      </p:sp>
    </p:spTree>
    <p:extLst>
      <p:ext uri="{BB962C8B-B14F-4D97-AF65-F5344CB8AC3E}">
        <p14:creationId xmlns:p14="http://schemas.microsoft.com/office/powerpoint/2010/main" val="151882046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00" name="Google Shape;100;p14">
            <a:extLst xmlns:a="http://schemas.openxmlformats.org/drawingml/2006/main">
              <a:ext uri="{FF2B5EF4-FFF2-40B4-BE49-F238E27FC236}">
                <a16:creationId xmlns:a16="http://schemas.microsoft.com/office/drawing/2014/main" id="{E8D22122-9FA1-46B3-A669-7957A434B0E4}"/>
              </a:ext>
            </a:extLst>
          </p:cNvPr>
          <p:cNvSpPr>
            <a:spLocks xmlns:a="http://schemas.openxmlformats.org/drawingml/2006/main" noGrp="1"/>
          </p:cNvSpPr>
          <p:nvPr/>
        </p:nvSpPr>
        <p:spPr>
          <a:xfrm xmlns:a="http://schemas.openxmlformats.org/drawingml/2006/main">
            <a:off x="0" y="-1"/>
            <a:ext cx="708364" cy="8198466"/>
          </a:xfrm>
          <a:custGeom xmlns:a="http://schemas.openxmlformats.org/drawingml/2006/main">
            <a:rect l="l" t="t" r="r" b="b"/>
            <a:pathLst>
              <a:path w="186565" h="2159267">
                <a:moveTo>
                  <a:pt x="0" y="0"/>
                </a:moveTo>
                <a:lnTo>
                  <a:pt x="186565" y="0"/>
                </a:lnTo>
                <a:lnTo>
                  <a:pt x="186565" y="2159267"/>
                </a:lnTo>
                <a:lnTo>
                  <a:pt x="0" y="2159267"/>
                </a:lnTo>
                <a:close/>
              </a:path>
            </a:pathLst>
          </a:custGeom>
          <a:solidFill xmlns:a="http://schemas.openxmlformats.org/drawingml/2006/main">
            <a:srgbClr val="DA3831"/>
          </a:solidFill>
          <a:ln xmlns:a="http://schemas.openxmlformats.org/drawingml/2006/main">
            <a:noFill/>
          </a:ln>
        </p:spPr>
      </p:sp>
      <p:sp>
        <p:nvSpPr>
          <p:cNvPr id="101" name="Google Shape;101;p14">
            <a:extLst xmlns:a="http://schemas.openxmlformats.org/drawingml/2006/main">
              <a:ext uri="{FF2B5EF4-FFF2-40B4-BE49-F238E27FC236}">
                <a16:creationId xmlns:a16="http://schemas.microsoft.com/office/drawing/2014/main" id="{DCE0C62A-8DE0-49C2-B349-E0C8B2FE77BC}"/>
              </a:ext>
            </a:extLst>
          </p:cNvPr>
          <p:cNvSpPr>
            <a:spLocks xmlns:a="http://schemas.openxmlformats.org/drawingml/2006/main" noGrp="1"/>
          </p:cNvSpPr>
          <p:nvPr/>
        </p:nvSpPr>
        <p:spPr>
          <a:xfrm xmlns:a="http://schemas.openxmlformats.org/drawingml/2006/main">
            <a:off x="0" y="-144661"/>
            <a:ext cx="708364" cy="83431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3" name="Google Shape;103;p14">
            <a:extLst xmlns:a="http://schemas.openxmlformats.org/drawingml/2006/main">
              <a:ext uri="{FF2B5EF4-FFF2-40B4-BE49-F238E27FC236}">
                <a16:creationId xmlns:a16="http://schemas.microsoft.com/office/drawing/2014/main" id="{E8F3BB31-56EE-46F2-BEA0-BDE65DE148EC}"/>
              </a:ext>
            </a:extLst>
          </p:cNvPr>
          <p:cNvSpPr>
            <a:spLocks xmlns:a="http://schemas.openxmlformats.org/drawingml/2006/main" noGrp="1"/>
          </p:cNvSpPr>
          <p:nvPr/>
        </p:nvSpPr>
        <p:spPr>
          <a:xfrm xmlns:a="http://schemas.openxmlformats.org/drawingml/2006/main">
            <a:off x="0" y="-18666"/>
            <a:ext cx="458873" cy="10305665"/>
          </a:xfrm>
          <a:custGeom xmlns:a="http://schemas.openxmlformats.org/drawingml/2006/main">
            <a:rect l="l" t="t" r="r" b="b"/>
            <a:pathLst>
              <a:path w="120855" h="2714249">
                <a:moveTo>
                  <a:pt x="0" y="0"/>
                </a:moveTo>
                <a:lnTo>
                  <a:pt x="120855" y="0"/>
                </a:lnTo>
                <a:lnTo>
                  <a:pt x="120855" y="2714249"/>
                </a:lnTo>
                <a:lnTo>
                  <a:pt x="0" y="2714249"/>
                </a:lnTo>
                <a:close/>
              </a:path>
            </a:pathLst>
          </a:custGeom>
          <a:solidFill xmlns:a="http://schemas.openxmlformats.org/drawingml/2006/main">
            <a:srgbClr val="A83033"/>
          </a:solidFill>
          <a:ln xmlns:a="http://schemas.openxmlformats.org/drawingml/2006/main">
            <a:noFill/>
          </a:ln>
        </p:spPr>
      </p:sp>
      <p:sp>
        <p:nvSpPr>
          <p:cNvPr id="104" name="Google Shape;104;p14">
            <a:extLst xmlns:a="http://schemas.openxmlformats.org/drawingml/2006/main">
              <a:ext uri="{FF2B5EF4-FFF2-40B4-BE49-F238E27FC236}">
                <a16:creationId xmlns:a16="http://schemas.microsoft.com/office/drawing/2014/main" id="{367E784E-12F3-4291-B686-7B3C68985433}"/>
              </a:ext>
            </a:extLst>
          </p:cNvPr>
          <p:cNvSpPr>
            <a:spLocks xmlns:a="http://schemas.openxmlformats.org/drawingml/2006/main" noGrp="1"/>
          </p:cNvSpPr>
          <p:nvPr/>
        </p:nvSpPr>
        <p:spPr>
          <a:xfrm xmlns:a="http://schemas.openxmlformats.org/drawingml/2006/main">
            <a:off x="0" y="-163326"/>
            <a:ext cx="458873" cy="1045032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800" tIns="50800" rIns="50800" bIns="50800" anchor="ctr">
            <a:noAutofit/>
          </a:bodyPr>
          <a:lstStyle xmlns:a="http://schemas.openxmlformats.org/drawingml/2006/main"/>
          <a:p xmlns:a="http://schemas.openxmlformats.org/drawingml/2006/main">
            <a:pPr marL="0" marR="0" lvl="0" indent="0" algn="ctr">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endParaRPr>
          </a:p>
        </p:txBody>
      </p:sp>
      <p:sp>
        <p:nvSpPr>
          <p:cNvPr id="105" name="Google Shape;105;p14">
            <a:extLst xmlns:a="http://schemas.openxmlformats.org/drawingml/2006/main">
              <a:ext uri="{FF2B5EF4-FFF2-40B4-BE49-F238E27FC236}">
                <a16:creationId xmlns:a16="http://schemas.microsoft.com/office/drawing/2014/main" id="{8FED8C34-DFBE-45E4-973E-A21934A1931A}"/>
              </a:ext>
            </a:extLst>
          </p:cNvPr>
          <p:cNvSpPr>
            <a:spLocks xmlns:a="http://schemas.openxmlformats.org/drawingml/2006/main" noGrp="1"/>
          </p:cNvSpPr>
          <p:nvPr/>
        </p:nvSpPr>
        <p:spPr>
          <a:xfrm xmlns:a="http://schemas.openxmlformats.org/drawingml/2006/main">
            <a:off x="16222015" y="8783096"/>
            <a:ext cx="1273548" cy="950409"/>
          </a:xfrm>
          <a:custGeom xmlns:a="http://schemas.openxmlformats.org/drawingml/2006/main">
            <a:rect l="l" t="t" r="r" b="b"/>
            <a:pathLst>
              <a:path w="1273548" h="950409">
                <a:moveTo>
                  <a:pt x="0" y="0"/>
                </a:moveTo>
                <a:lnTo>
                  <a:pt x="1273548" y="0"/>
                </a:lnTo>
                <a:lnTo>
                  <a:pt x="1273548" y="950408"/>
                </a:lnTo>
                <a:lnTo>
                  <a:pt x="0" y="950408"/>
                </a:lnTo>
                <a:lnTo>
                  <a:pt x="0" y="0"/>
                </a:lnTo>
                <a:close/>
              </a:path>
            </a:pathLst>
          </a:custGeom>
          <a:blipFill xmlns:a="http://schemas.openxmlformats.org/drawingml/2006/main" rotWithShape="1">
            <a:blip xmlns:r="http://schemas.openxmlformats.org/officeDocument/2006/relationships" r:embed="Redda9af439354c11">
              <a:alphaModFix/>
            </a:blip>
            <a:stretch>
              <a:fillRect l="0" t="0" r="0" b="0"/>
            </a:stretch>
          </a:blipFill>
          <a:ln xmlns:a="http://schemas.openxmlformats.org/drawingml/2006/main">
            <a:noFill/>
          </a:ln>
        </p:spPr>
      </p:sp>
      <p:sp>
        <p:nvSpPr>
          <p:cNvPr id="106" name="Google Shape;106;p14">
            <a:extLst xmlns:a="http://schemas.openxmlformats.org/drawingml/2006/main">
              <a:ext uri="{FF2B5EF4-FFF2-40B4-BE49-F238E27FC236}">
                <a16:creationId xmlns:a16="http://schemas.microsoft.com/office/drawing/2014/main" id="{5EAA5F24-EFF0-404D-8BBD-D96C50C0BE9D}"/>
              </a:ext>
            </a:extLst>
          </p:cNvPr>
          <p:cNvSpPr>
            <a:spLocks xmlns:a="http://schemas.openxmlformats.org/drawingml/2006/main" noGrp="1"/>
          </p:cNvSpPr>
          <p:nvPr/>
        </p:nvSpPr>
        <p:spPr>
          <a:xfrm xmlns:a="http://schemas.openxmlformats.org/drawingml/2006/main">
            <a:off x="1028700" y="8750140"/>
            <a:ext cx="3166959" cy="1030701"/>
          </a:xfrm>
          <a:custGeom xmlns:a="http://schemas.openxmlformats.org/drawingml/2006/main">
            <a:rect l="l" t="t" r="r" b="b"/>
            <a:pathLst>
              <a:path w="3166959" h="1030701">
                <a:moveTo>
                  <a:pt x="0" y="0"/>
                </a:moveTo>
                <a:lnTo>
                  <a:pt x="3166959" y="0"/>
                </a:lnTo>
                <a:lnTo>
                  <a:pt x="3166959" y="1030701"/>
                </a:lnTo>
                <a:lnTo>
                  <a:pt x="0" y="1030701"/>
                </a:lnTo>
                <a:lnTo>
                  <a:pt x="0" y="0"/>
                </a:lnTo>
                <a:close/>
              </a:path>
            </a:pathLst>
          </a:custGeom>
          <a:blipFill xmlns:a="http://schemas.openxmlformats.org/drawingml/2006/main" rotWithShape="1">
            <a:blip xmlns:r="http://schemas.openxmlformats.org/officeDocument/2006/relationships" r:embed="R73153ccf25bf48e7">
              <a:alphaModFix/>
            </a:blip>
            <a:stretch>
              <a:fillRect l="0" t="0" r="0" b="0"/>
            </a:stretch>
          </a:blipFill>
          <a:ln xmlns:a="http://schemas.openxmlformats.org/drawingml/2006/main">
            <a:noFill/>
          </a:ln>
        </p:spPr>
      </p:sp>
      <p:sp>
        <p:nvSpPr>
          <p:cNvPr id="107" name="">
            <a:extLst xmlns:a="http://schemas.openxmlformats.org/drawingml/2006/main">
              <a:ext uri="{FF2B5EF4-FFF2-40B4-BE49-F238E27FC236}">
                <a16:creationId xmlns:a16="http://schemas.microsoft.com/office/drawing/2014/main" id="{3C9FEBBF-E978-4B27-A61E-8DF825E1E608}"/>
              </a:ext>
            </a:extLst>
          </p:cNvPr>
          <p:cNvSpPr>
            <a:spLocks xmlns:a="http://schemas.openxmlformats.org/drawingml/2006/main" noGrp="1"/>
          </p:cNvSpPr>
          <p:nvPr/>
        </p:nvSpPr>
        <p:spPr>
          <a:xfrm xmlns:a="http://schemas.openxmlformats.org/drawingml/2006/main">
            <a:off x="2238375" y="933450"/>
            <a:ext cx="1398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000" b="0">
                <a:solidFill>
                  <a:srgbClr val="A83033"/>
                </a:solidFill>
                <a:latin typeface="Marcellus"/>
                <a:ea typeface="Marcellus"/>
                <a:cs typeface="Marcellus"/>
              </a:defRPr>
            </a:defPPr>
            <a:lvl1pPr>
              <a:defRPr sz="4000" b="0">
                <a:solidFill>
                  <a:srgbClr val="A83033"/>
                </a:solidFill>
                <a:latin typeface="Marcellus"/>
                <a:ea typeface="Marcellus"/>
                <a:cs typeface="Marcellus"/>
              </a:defRPr>
            </a:lvl1pPr>
            <a:lvl2pPr>
              <a:defRPr sz="4000" b="0">
                <a:solidFill>
                  <a:srgbClr val="A83033"/>
                </a:solidFill>
                <a:latin typeface="Marcellus"/>
                <a:ea typeface="Marcellus"/>
                <a:cs typeface="Marcellus"/>
              </a:defRPr>
            </a:lvl2pPr>
            <a:lvl3pPr>
              <a:defRPr sz="4000" b="0">
                <a:solidFill>
                  <a:srgbClr val="A83033"/>
                </a:solidFill>
                <a:latin typeface="Marcellus"/>
                <a:ea typeface="Marcellus"/>
                <a:cs typeface="Marcellus"/>
              </a:defRPr>
            </a:lvl3pPr>
            <a:lvl4pPr>
              <a:defRPr sz="4000" b="0">
                <a:solidFill>
                  <a:srgbClr val="A83033"/>
                </a:solidFill>
                <a:latin typeface="Marcellus"/>
                <a:ea typeface="Marcellus"/>
                <a:cs typeface="Marcellus"/>
              </a:defRPr>
            </a:lvl4pPr>
            <a:lvl5pPr>
              <a:defRPr sz="4000" b="0">
                <a:solidFill>
                  <a:srgbClr val="A83033"/>
                </a:solidFill>
                <a:latin typeface="Marcellus"/>
                <a:ea typeface="Marcellus"/>
                <a:cs typeface="Marcellus"/>
              </a:defRPr>
            </a:lvl5pPr>
            <a:lvl6pPr>
              <a:defRPr sz="4000" b="0">
                <a:solidFill>
                  <a:srgbClr val="A83033"/>
                </a:solidFill>
                <a:latin typeface="Marcellus"/>
                <a:ea typeface="Marcellus"/>
                <a:cs typeface="Marcellus"/>
              </a:defRPr>
            </a:lvl6pPr>
            <a:lvl7pPr>
              <a:defRPr sz="4000" b="0">
                <a:solidFill>
                  <a:srgbClr val="A83033"/>
                </a:solidFill>
                <a:latin typeface="Marcellus"/>
                <a:ea typeface="Marcellus"/>
                <a:cs typeface="Marcellus"/>
              </a:defRPr>
            </a:lvl7pPr>
            <a:lvl8pPr>
              <a:defRPr sz="4000" b="0">
                <a:solidFill>
                  <a:srgbClr val="A83033"/>
                </a:solidFill>
                <a:latin typeface="Marcellus"/>
                <a:ea typeface="Marcellus"/>
                <a:cs typeface="Marcellus"/>
              </a:defRPr>
            </a:lvl8pPr>
            <a:lvl9pPr>
              <a:defRPr sz="4000" b="0">
                <a:solidFill>
                  <a:srgbClr val="A83033"/>
                </a:solidFill>
                <a:latin typeface="Marcellus"/>
                <a:ea typeface="Marcellus"/>
                <a:cs typeface="Marcellus"/>
              </a:defRPr>
            </a:lvl9pPr>
          </a:lstStyle>
          <a:p xmlns:a="http://schemas.openxmlformats.org/drawingml/2006/main">
            <a:pPr>
              <a:defRPr sz="4000" b="0">
                <a:solidFill>
                  <a:srgbClr val="A83033"/>
                </a:solidFill>
                <a:latin typeface="Marcellus"/>
                <a:ea typeface="Marcellus"/>
                <a:cs typeface="Marcellus"/>
              </a:defRPr>
            </a:pPr>
            <a:r>
              <a:rPr sz="4000" b="0">
                <a:solidFill>
                  <a:srgbClr val="A83033"/>
                </a:solidFill>
                <a:latin typeface="Marcellus"/>
                <a:ea typeface="Marcellus"/>
                <a:cs typeface="Marcellus"/>
              </a:rPr>
              <a:t>Conclusion</a:t>
            </a:r>
          </a:p>
        </p:txBody>
      </p:sp>
      <p:sp>
        <p:nvSpPr>
          <p:cNvPr id="108" name="">
            <a:extLst xmlns:a="http://schemas.openxmlformats.org/drawingml/2006/main">
              <a:ext uri="{FF2B5EF4-FFF2-40B4-BE49-F238E27FC236}">
                <a16:creationId xmlns:a16="http://schemas.microsoft.com/office/drawing/2014/main" id="{5F117FDB-8923-417B-BFF1-F3C00D572714}"/>
              </a:ext>
            </a:extLst>
          </p:cNvPr>
          <p:cNvSpPr>
            <a:spLocks xmlns:a="http://schemas.openxmlformats.org/drawingml/2006/main" noGrp="1"/>
          </p:cNvSpPr>
          <p:nvPr/>
        </p:nvSpPr>
        <p:spPr>
          <a:xfrm xmlns:a="http://schemas.openxmlformats.org/drawingml/2006/main">
            <a:off x="2238375" y="2238375"/>
            <a:ext cx="13982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A83033"/>
                </a:solidFill>
                <a:latin typeface="Calibri"/>
                <a:ea typeface="Calibri"/>
                <a:cs typeface="Calibri"/>
              </a:defRPr>
            </a:defPPr>
            <a:lvl1pPr>
              <a:defRPr sz="3600" b="1">
                <a:solidFill>
                  <a:srgbClr val="A83033"/>
                </a:solidFill>
                <a:latin typeface="Calibri"/>
                <a:ea typeface="Calibri"/>
                <a:cs typeface="Calibri"/>
              </a:defRPr>
            </a:lvl1pPr>
            <a:lvl2pPr>
              <a:defRPr sz="3600" b="1">
                <a:solidFill>
                  <a:srgbClr val="A83033"/>
                </a:solidFill>
                <a:latin typeface="Calibri"/>
                <a:ea typeface="Calibri"/>
                <a:cs typeface="Calibri"/>
              </a:defRPr>
            </a:lvl2pPr>
            <a:lvl3pPr>
              <a:defRPr sz="3600" b="1">
                <a:solidFill>
                  <a:srgbClr val="A83033"/>
                </a:solidFill>
                <a:latin typeface="Calibri"/>
                <a:ea typeface="Calibri"/>
                <a:cs typeface="Calibri"/>
              </a:defRPr>
            </a:lvl3pPr>
            <a:lvl4pPr>
              <a:defRPr sz="3600" b="1">
                <a:solidFill>
                  <a:srgbClr val="A83033"/>
                </a:solidFill>
                <a:latin typeface="Calibri"/>
                <a:ea typeface="Calibri"/>
                <a:cs typeface="Calibri"/>
              </a:defRPr>
            </a:lvl4pPr>
            <a:lvl5pPr>
              <a:defRPr sz="3600" b="1">
                <a:solidFill>
                  <a:srgbClr val="A83033"/>
                </a:solidFill>
                <a:latin typeface="Calibri"/>
                <a:ea typeface="Calibri"/>
                <a:cs typeface="Calibri"/>
              </a:defRPr>
            </a:lvl5pPr>
            <a:lvl6pPr>
              <a:defRPr sz="3600" b="1">
                <a:solidFill>
                  <a:srgbClr val="A83033"/>
                </a:solidFill>
                <a:latin typeface="Calibri"/>
                <a:ea typeface="Calibri"/>
                <a:cs typeface="Calibri"/>
              </a:defRPr>
            </a:lvl6pPr>
            <a:lvl7pPr>
              <a:defRPr sz="3600" b="1">
                <a:solidFill>
                  <a:srgbClr val="A83033"/>
                </a:solidFill>
                <a:latin typeface="Calibri"/>
                <a:ea typeface="Calibri"/>
                <a:cs typeface="Calibri"/>
              </a:defRPr>
            </a:lvl7pPr>
            <a:lvl8pPr>
              <a:defRPr sz="3600" b="1">
                <a:solidFill>
                  <a:srgbClr val="A83033"/>
                </a:solidFill>
                <a:latin typeface="Calibri"/>
                <a:ea typeface="Calibri"/>
                <a:cs typeface="Calibri"/>
              </a:defRPr>
            </a:lvl8pPr>
            <a:lvl9pPr>
              <a:defRPr sz="3600" b="1">
                <a:solidFill>
                  <a:srgbClr val="A83033"/>
                </a:solidFill>
                <a:latin typeface="Calibri"/>
                <a:ea typeface="Calibri"/>
                <a:cs typeface="Calibri"/>
              </a:defRPr>
            </a:lvl9pPr>
          </a:lstStyle>
          <a:p xmlns:a="http://schemas.openxmlformats.org/drawingml/2006/main">
            <a:pPr>
              <a:defRPr sz="3600" b="1">
                <a:solidFill>
                  <a:srgbClr val="A83033"/>
                </a:solidFill>
                <a:latin typeface="Calibri"/>
                <a:ea typeface="Calibri"/>
                <a:cs typeface="Calibri"/>
              </a:defRPr>
            </a:pPr>
            <a:r>
              <a:rPr sz="3600" b="1">
                <a:solidFill>
                  <a:srgbClr val="A83033"/>
                </a:solidFill>
                <a:latin typeface="Calibri"/>
                <a:ea typeface="Calibri"/>
                <a:cs typeface="Calibri"/>
              </a:rPr>
              <a:t>The system predicts workload and scales real workers.</a:t>
            </a:r>
          </a:p>
        </p:txBody>
      </p:sp>
      <p:sp>
        <p:nvSpPr>
          <p:cNvPr id="109" name="">
            <a:extLst xmlns:a="http://schemas.openxmlformats.org/drawingml/2006/main">
              <a:ext uri="{FF2B5EF4-FFF2-40B4-BE49-F238E27FC236}">
                <a16:creationId xmlns:a16="http://schemas.microsoft.com/office/drawing/2014/main" id="{57E72C2A-12D9-4266-B1AC-A7A48E9556EC}"/>
              </a:ext>
            </a:extLst>
          </p:cNvPr>
          <p:cNvSpPr>
            <a:spLocks xmlns:a="http://schemas.openxmlformats.org/drawingml/2006/main" noGrp="1"/>
          </p:cNvSpPr>
          <p:nvPr/>
        </p:nvSpPr>
        <p:spPr>
          <a:xfrm xmlns:a="http://schemas.openxmlformats.org/drawingml/2006/main">
            <a:off x="2238375" y="3714750"/>
            <a:ext cx="1398270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333333"/>
                </a:solidFill>
                <a:latin typeface="Calibri"/>
                <a:ea typeface="Calibri"/>
                <a:cs typeface="Calibri"/>
              </a:defRPr>
            </a:defPPr>
            <a:lvl1pPr>
              <a:defRPr sz="3150" b="0">
                <a:solidFill>
                  <a:srgbClr val="333333"/>
                </a:solidFill>
                <a:latin typeface="Calibri"/>
                <a:ea typeface="Calibri"/>
                <a:cs typeface="Calibri"/>
              </a:defRPr>
            </a:lvl1pPr>
            <a:lvl2pPr>
              <a:defRPr sz="3150" b="0">
                <a:solidFill>
                  <a:srgbClr val="333333"/>
                </a:solidFill>
                <a:latin typeface="Calibri"/>
                <a:ea typeface="Calibri"/>
                <a:cs typeface="Calibri"/>
              </a:defRPr>
            </a:lvl2pPr>
            <a:lvl3pPr>
              <a:defRPr sz="3150" b="0">
                <a:solidFill>
                  <a:srgbClr val="333333"/>
                </a:solidFill>
                <a:latin typeface="Calibri"/>
                <a:ea typeface="Calibri"/>
                <a:cs typeface="Calibri"/>
              </a:defRPr>
            </a:lvl3pPr>
            <a:lvl4pPr>
              <a:defRPr sz="3150" b="0">
                <a:solidFill>
                  <a:srgbClr val="333333"/>
                </a:solidFill>
                <a:latin typeface="Calibri"/>
                <a:ea typeface="Calibri"/>
                <a:cs typeface="Calibri"/>
              </a:defRPr>
            </a:lvl4pPr>
            <a:lvl5pPr>
              <a:defRPr sz="3150" b="0">
                <a:solidFill>
                  <a:srgbClr val="333333"/>
                </a:solidFill>
                <a:latin typeface="Calibri"/>
                <a:ea typeface="Calibri"/>
                <a:cs typeface="Calibri"/>
              </a:defRPr>
            </a:lvl5pPr>
            <a:lvl6pPr>
              <a:defRPr sz="3150" b="0">
                <a:solidFill>
                  <a:srgbClr val="333333"/>
                </a:solidFill>
                <a:latin typeface="Calibri"/>
                <a:ea typeface="Calibri"/>
                <a:cs typeface="Calibri"/>
              </a:defRPr>
            </a:lvl6pPr>
            <a:lvl7pPr>
              <a:defRPr sz="3150" b="0">
                <a:solidFill>
                  <a:srgbClr val="333333"/>
                </a:solidFill>
                <a:latin typeface="Calibri"/>
                <a:ea typeface="Calibri"/>
                <a:cs typeface="Calibri"/>
              </a:defRPr>
            </a:lvl7pPr>
            <a:lvl8pPr>
              <a:defRPr sz="3150" b="0">
                <a:solidFill>
                  <a:srgbClr val="333333"/>
                </a:solidFill>
                <a:latin typeface="Calibri"/>
                <a:ea typeface="Calibri"/>
                <a:cs typeface="Calibri"/>
              </a:defRPr>
            </a:lvl8pPr>
            <a:lvl9pPr>
              <a:defRPr sz="3150" b="0">
                <a:solidFill>
                  <a:srgbClr val="333333"/>
                </a:solidFill>
                <a:latin typeface="Calibri"/>
                <a:ea typeface="Calibri"/>
                <a:cs typeface="Calibri"/>
              </a:defRPr>
            </a:lvl9pPr>
          </a:lstStyle>
          <a:p xmlns:a="http://schemas.openxmlformats.org/drawingml/2006/main">
            <a:pPr>
              <a:defRPr sz="3150" b="0">
                <a:solidFill>
                  <a:srgbClr val="333333"/>
                </a:solidFill>
                <a:latin typeface="Calibri"/>
                <a:ea typeface="Calibri"/>
                <a:cs typeface="Calibri"/>
              </a:defRPr>
            </a:pPr>
            <a:r>
              <a:rPr sz="3150" b="0">
                <a:solidFill>
                  <a:srgbClr val="333333"/>
                </a:solidFill>
                <a:latin typeface="Calibri"/>
                <a:ea typeface="Calibri"/>
                <a:cs typeface="Calibri"/>
              </a:rPr>
              <a:t>Guarded scaling protects service quality when the forecast is wrong.</a:t>
            </a:r>
          </a:p>
          <a:p xmlns:a="http://schemas.openxmlformats.org/drawingml/2006/main">
            <a:r>
              <a:t/>
            </a:r>
          </a:p>
          <a:p xmlns:a="http://schemas.openxmlformats.org/drawingml/2006/main">
            <a:pPr>
              <a:defRPr sz="3150" b="0">
                <a:solidFill>
                  <a:srgbClr val="333333"/>
                </a:solidFill>
                <a:latin typeface="Calibri"/>
                <a:ea typeface="Calibri"/>
                <a:cs typeface="Calibri"/>
              </a:defRPr>
            </a:pPr>
            <a:r>
              <a:rPr sz="3150" b="0">
                <a:solidFill>
                  <a:srgbClr val="333333"/>
                </a:solidFill>
                <a:latin typeface="Calibri"/>
                <a:ea typeface="Calibri"/>
                <a:cs typeface="Calibri"/>
              </a:rPr>
              <a:t>It reduces allocation versus fixed maximum capacity, while exposing the cost of extra headroom.</a:t>
            </a:r>
          </a:p>
          <a:p xmlns:a="http://schemas.openxmlformats.org/drawingml/2006/main">
            <a:r>
              <a:t/>
            </a:r>
          </a:p>
          <a:p xmlns:a="http://schemas.openxmlformats.org/drawingml/2006/main">
            <a:pPr>
              <a:defRPr sz="3150" b="0">
                <a:solidFill>
                  <a:srgbClr val="333333"/>
                </a:solidFill>
                <a:latin typeface="Calibri"/>
                <a:ea typeface="Calibri"/>
                <a:cs typeface="Calibri"/>
              </a:defRPr>
            </a:pPr>
            <a:r>
              <a:rPr sz="3150" b="0">
                <a:solidFill>
                  <a:srgbClr val="333333"/>
                </a:solidFill>
                <a:latin typeface="Calibri"/>
                <a:ea typeface="Calibri"/>
                <a:cs typeface="Calibri"/>
              </a:rPr>
              <a:t>The next improvement is a stronger forecast validated on more varied workloads.</a:t>
            </a:r>
          </a:p>
        </p:txBody>
      </p:sp>
      <p:sp>
        <p:nvSpPr>
          <p:cNvPr id="110" name="">
            <a:extLst xmlns:a="http://schemas.openxmlformats.org/drawingml/2006/main">
              <a:ext uri="{FF2B5EF4-FFF2-40B4-BE49-F238E27FC236}">
                <a16:creationId xmlns:a16="http://schemas.microsoft.com/office/drawing/2014/main" id="{AB1DE70F-C1E5-45BE-8534-1B0E20205F49}"/>
              </a:ext>
            </a:extLst>
          </p:cNvPr>
          <p:cNvSpPr>
            <a:spLocks xmlns:a="http://schemas.openxmlformats.org/drawingml/2006/main" noGrp="1"/>
          </p:cNvSpPr>
          <p:nvPr/>
        </p:nvSpPr>
        <p:spPr>
          <a:xfrm xmlns:a="http://schemas.openxmlformats.org/drawingml/2006/main">
            <a:off x="2238375" y="7810500"/>
            <a:ext cx="1398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A83033"/>
                </a:solidFill>
                <a:latin typeface="Calibri"/>
                <a:ea typeface="Calibri"/>
                <a:cs typeface="Calibri"/>
              </a:defRPr>
            </a:defPPr>
            <a:lvl1pPr>
              <a:defRPr sz="2550" b="0">
                <a:solidFill>
                  <a:srgbClr val="A83033"/>
                </a:solidFill>
                <a:latin typeface="Calibri"/>
                <a:ea typeface="Calibri"/>
                <a:cs typeface="Calibri"/>
              </a:defRPr>
            </a:lvl1pPr>
            <a:lvl2pPr>
              <a:defRPr sz="2550" b="0">
                <a:solidFill>
                  <a:srgbClr val="A83033"/>
                </a:solidFill>
                <a:latin typeface="Calibri"/>
                <a:ea typeface="Calibri"/>
                <a:cs typeface="Calibri"/>
              </a:defRPr>
            </a:lvl2pPr>
            <a:lvl3pPr>
              <a:defRPr sz="2550" b="0">
                <a:solidFill>
                  <a:srgbClr val="A83033"/>
                </a:solidFill>
                <a:latin typeface="Calibri"/>
                <a:ea typeface="Calibri"/>
                <a:cs typeface="Calibri"/>
              </a:defRPr>
            </a:lvl3pPr>
            <a:lvl4pPr>
              <a:defRPr sz="2550" b="0">
                <a:solidFill>
                  <a:srgbClr val="A83033"/>
                </a:solidFill>
                <a:latin typeface="Calibri"/>
                <a:ea typeface="Calibri"/>
                <a:cs typeface="Calibri"/>
              </a:defRPr>
            </a:lvl4pPr>
            <a:lvl5pPr>
              <a:defRPr sz="2550" b="0">
                <a:solidFill>
                  <a:srgbClr val="A83033"/>
                </a:solidFill>
                <a:latin typeface="Calibri"/>
                <a:ea typeface="Calibri"/>
                <a:cs typeface="Calibri"/>
              </a:defRPr>
            </a:lvl5pPr>
            <a:lvl6pPr>
              <a:defRPr sz="2550" b="0">
                <a:solidFill>
                  <a:srgbClr val="A83033"/>
                </a:solidFill>
                <a:latin typeface="Calibri"/>
                <a:ea typeface="Calibri"/>
                <a:cs typeface="Calibri"/>
              </a:defRPr>
            </a:lvl6pPr>
            <a:lvl7pPr>
              <a:defRPr sz="2550" b="0">
                <a:solidFill>
                  <a:srgbClr val="A83033"/>
                </a:solidFill>
                <a:latin typeface="Calibri"/>
                <a:ea typeface="Calibri"/>
                <a:cs typeface="Calibri"/>
              </a:defRPr>
            </a:lvl7pPr>
            <a:lvl8pPr>
              <a:defRPr sz="2550" b="0">
                <a:solidFill>
                  <a:srgbClr val="A83033"/>
                </a:solidFill>
                <a:latin typeface="Calibri"/>
                <a:ea typeface="Calibri"/>
                <a:cs typeface="Calibri"/>
              </a:defRPr>
            </a:lvl8pPr>
            <a:lvl9pPr>
              <a:defRPr sz="2550" b="0">
                <a:solidFill>
                  <a:srgbClr val="A83033"/>
                </a:solidFill>
                <a:latin typeface="Calibri"/>
                <a:ea typeface="Calibri"/>
                <a:cs typeface="Calibri"/>
              </a:defRPr>
            </a:lvl9pPr>
          </a:lstStyle>
          <a:p xmlns:a="http://schemas.openxmlformats.org/drawingml/2006/main">
            <a:pPr>
              <a:defRPr sz="2550" b="0">
                <a:solidFill>
                  <a:srgbClr val="A83033"/>
                </a:solidFill>
                <a:latin typeface="Calibri"/>
                <a:ea typeface="Calibri"/>
                <a:cs typeface="Calibri"/>
              </a:defRPr>
            </a:pPr>
            <a:r>
              <a:rPr sz="2550" b="0">
                <a:solidFill>
                  <a:srgbClr val="A83033"/>
                </a:solidFill>
                <a:latin typeface="Calibri"/>
                <a:ea typeface="Calibri"/>
                <a:cs typeface="Calibri"/>
              </a:rPr>
              <a:t>Source code: github.com/parth1056/accml</a:t>
            </a:r>
          </a:p>
        </p:txBody>
      </p:sp>
      <p:sp>
        <p:nvSpPr>
          <p:cNvPr id="111" name="">
            <a:extLst xmlns:a="http://schemas.openxmlformats.org/drawingml/2006/main">
              <a:ext uri="{FF2B5EF4-FFF2-40B4-BE49-F238E27FC236}">
                <a16:creationId xmlns:a16="http://schemas.microsoft.com/office/drawing/2014/main" id="{D41800E3-86DD-4D32-84FC-E773AC290B7D}"/>
              </a:ext>
            </a:extLst>
          </p:cNvPr>
          <p:cNvSpPr>
            <a:spLocks xmlns:a="http://schemas.openxmlformats.org/drawingml/2006/main" noGrp="1"/>
          </p:cNvSpPr>
          <p:nvPr/>
        </p:nvSpPr>
        <p:spPr>
          <a:xfrm xmlns:a="http://schemas.openxmlformats.org/drawingml/2006/main">
            <a:off x="8858250" y="96012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7777"/>
                </a:solidFill>
                <a:latin typeface="Calibri"/>
                <a:ea typeface="Calibri"/>
                <a:cs typeface="Calibri"/>
              </a:defRPr>
            </a:defPPr>
            <a:lvl1pPr>
              <a:defRPr sz="1800" b="0">
                <a:solidFill>
                  <a:srgbClr val="777777"/>
                </a:solidFill>
                <a:latin typeface="Calibri"/>
                <a:ea typeface="Calibri"/>
                <a:cs typeface="Calibri"/>
              </a:defRPr>
            </a:lvl1pPr>
            <a:lvl2pPr>
              <a:defRPr sz="1800" b="0">
                <a:solidFill>
                  <a:srgbClr val="777777"/>
                </a:solidFill>
                <a:latin typeface="Calibri"/>
                <a:ea typeface="Calibri"/>
                <a:cs typeface="Calibri"/>
              </a:defRPr>
            </a:lvl2pPr>
            <a:lvl3pPr>
              <a:defRPr sz="1800" b="0">
                <a:solidFill>
                  <a:srgbClr val="777777"/>
                </a:solidFill>
                <a:latin typeface="Calibri"/>
                <a:ea typeface="Calibri"/>
                <a:cs typeface="Calibri"/>
              </a:defRPr>
            </a:lvl3pPr>
            <a:lvl4pPr>
              <a:defRPr sz="1800" b="0">
                <a:solidFill>
                  <a:srgbClr val="777777"/>
                </a:solidFill>
                <a:latin typeface="Calibri"/>
                <a:ea typeface="Calibri"/>
                <a:cs typeface="Calibri"/>
              </a:defRPr>
            </a:lvl4pPr>
            <a:lvl5pPr>
              <a:defRPr sz="1800" b="0">
                <a:solidFill>
                  <a:srgbClr val="777777"/>
                </a:solidFill>
                <a:latin typeface="Calibri"/>
                <a:ea typeface="Calibri"/>
                <a:cs typeface="Calibri"/>
              </a:defRPr>
            </a:lvl5pPr>
            <a:lvl6pPr>
              <a:defRPr sz="1800" b="0">
                <a:solidFill>
                  <a:srgbClr val="777777"/>
                </a:solidFill>
                <a:latin typeface="Calibri"/>
                <a:ea typeface="Calibri"/>
                <a:cs typeface="Calibri"/>
              </a:defRPr>
            </a:lvl6pPr>
            <a:lvl7pPr>
              <a:defRPr sz="1800" b="0">
                <a:solidFill>
                  <a:srgbClr val="777777"/>
                </a:solidFill>
                <a:latin typeface="Calibri"/>
                <a:ea typeface="Calibri"/>
                <a:cs typeface="Calibri"/>
              </a:defRPr>
            </a:lvl7pPr>
            <a:lvl8pPr>
              <a:defRPr sz="1800" b="0">
                <a:solidFill>
                  <a:srgbClr val="777777"/>
                </a:solidFill>
                <a:latin typeface="Calibri"/>
                <a:ea typeface="Calibri"/>
                <a:cs typeface="Calibri"/>
              </a:defRPr>
            </a:lvl8pPr>
            <a:lvl9pPr>
              <a:defRPr sz="1800" b="0">
                <a:solidFill>
                  <a:srgbClr val="777777"/>
                </a:solidFill>
                <a:latin typeface="Calibri"/>
                <a:ea typeface="Calibri"/>
                <a:cs typeface="Calibri"/>
              </a:defRPr>
            </a:lvl9pPr>
          </a:lstStyle>
          <a:p xmlns:a="http://schemas.openxmlformats.org/drawingml/2006/main">
            <a:pPr>
              <a:defRPr sz="1800" b="0">
                <a:solidFill>
                  <a:srgbClr val="777777"/>
                </a:solidFill>
                <a:latin typeface="Calibri"/>
                <a:ea typeface="Calibri"/>
                <a:cs typeface="Calibri"/>
              </a:defRPr>
            </a:pPr>
            <a:r>
              <a:rPr sz="1800" b="0">
                <a:solidFill>
                  <a:srgbClr val="777777"/>
                </a:solidFill>
                <a:latin typeface="Calibri"/>
                <a:ea typeface="Calibri"/>
                <a:cs typeface="Calibri"/>
              </a:rPr>
              <a:t>18 / 18</a:t>
            </a:r>
          </a:p>
        </p:txBody>
      </p:sp>
    </p:spTree>
    <p:extLst>
      <p:ext uri="{BB962C8B-B14F-4D97-AF65-F5344CB8AC3E}">
        <p14:creationId xmlns:p14="http://schemas.microsoft.com/office/powerpoint/2010/main" val="1518820468"/>
      </p:ext>
    </p:extLst>
  </p:cSld>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2026-10-25T06:17:31.8560000Z</dcterms:created>
  <dcterms:modified xsi:type="dcterms:W3CDTF">2026-10-25T06:17:31.8560000Z</dcterms:modified>
</coreProperties>
</file>